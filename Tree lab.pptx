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1" autoAdjust="0"/>
    <p:restoredTop sz="94660"/>
  </p:normalViewPr>
  <p:slideViewPr>
    <p:cSldViewPr>
      <p:cViewPr>
        <p:scale>
          <a:sx n="69" d="100"/>
          <a:sy n="69" d="100"/>
        </p:scale>
        <p:origin x="11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3:57.12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0 24575,'0'0'0,"4"3"0,3 9 0,4 6 0,3 7 0,3 8 0,-3 4 0,0 3 0,-2 0 0,-1-4 0,-1-2 0,0 0 0,5-3 0,-2-4 0,-1 0 0,0-6 0,-3-2 0,-2 6 0,0-1 0,0-1 0,-3 0 0,0-2 0,-2-1 0,-1-1 0,-12 3 0,0-4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3:58.10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41.12781"/>
      <inkml:brushProperty name="anchorY" value="-1478.76343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01.70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87.79443"/>
      <inkml:brushProperty name="anchorY" value="-2325.43018"/>
      <inkml:brushProperty name="scaleFactor" value="0.5"/>
    </inkml:brush>
  </inkml:definitions>
  <inkml:trace contextRef="#ctx0" brushRef="#br0">21 116 24575,'0'0'0,"0"3"0,0 4 0,0 4 0,0 3 0,0 2 0,0 2 0,0 0 0,0 4 0,0 0 0,0 1 0,0-2 0,0-1 0,0 0 0,0-2 0,-3-3 0,-1 3 0,0 0 0,1 0 0,-2-3 0,3-4 0,5-3 0,5-4 0,3-2 0,4-1 0,2-1 0,1-1 0,1 0 0,0 0 0,3 1 0,-3-4 0,-4-7 0,-1 0 0,-4-3 0,-3-2 0,-3 0 0,1 2 0,0 0 0,-2-1 0,-1 0 0,0-5 0,-1 0 0,-1-1 0,0 0 0,0 1 0,0 1 0,0 0 0,-1 1 0,1 0 0,0 0 0,0 0 0,0 0 0,0 0 0,0 1 0,0-1 0,0-3 0,0 6 0,0 8 0,0 8 0,0 7 0,0 5 0,0 3 0,0 2 0,0 1 0,0 1 0,0 3 0,0-1 0,0 1 0,0-2 0,0-1 0,0 3 0,0 0 0,0-2 0,0 0 0,0-1 0,0-1 0,0 0 0,0-1 0,0 0 0,0-1 0,-3 1 0,-1 0 0,1-1 0,0 1 0,1 0 0,0 0 0,2 3 0,-1 1 0,5-4 0,-1-1 0,1 0 0,-1-1 0,3 0 0,-1 1 0,0 0 0,-2 4 0,-1 1 0,0-4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07.63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49.69507"/>
      <inkml:brushProperty name="anchorY" value="-3788.17749"/>
      <inkml:brushProperty name="scaleFactor" value="0.5"/>
    </inkml:brush>
  </inkml:definitions>
  <inkml:trace contextRef="#ctx0" brushRef="#br0">56 1 24575,'0'0'0,"6"0"0,10 0 0,2 0 0,6 0 0,4 0 0,4 0 0,3 0 0,1 0 0,-4 0 0,1 0 0,-3 0 0,-4 0 0,-3 0 0,-2 0 0,-5 3 0,-5 5 0,-8-1 0,-7 3 0,-13 2 0,-5 3 0,-5 4 0,-5 6 0,1 4 0,-1-1 0,-5-1 0,3-2 0,0-2 0,3-6 0,3-2 0,7 0 0,7 3 0,2 1 0,1-3 0,-2 0 0,3 0 0,-1 0 0,2 1 0,2-1 0,3 2 0,1-1 0,2 1 0,0-4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09.43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047.25183"/>
      <inkml:brushProperty name="anchorY" value="-3420.92676"/>
      <inkml:brushProperty name="scaleFactor" value="0.5"/>
    </inkml:brush>
  </inkml:definitions>
  <inkml:trace contextRef="#ctx0" brushRef="#br0">1 19 24575,'0'0'0,"3"0"0,8-3 0,4-1 0,3 0 0,1 1 0,4 1 0,0 0 0,0 2 0,-1-1 0,-1 1 0,-1 4 0,-2 0 0,1 0 0,-5 2 0,0 0 0,0-1 0,1-1 0,-3 2 0,0-1 0,-2 3 0,1-1 0,1 2 0,-2 3 0,-2 1 0,-3 3 0,-2 4 0,-1 1 0,-2 1 0,-3-4 0,-5-1 0,-3-1 0,-10 0 0,0 0 0,0-3 0,-3 0 0,-3 4 0,0-2 0,1-3 0,0 1 0,0-4 0,3-2 0,8-3 0,13-2 0,8 2 0,7 0 0,5 3 0,1-1 0,2 0 0,-1 1 0,0 3 0,3 2 0,-1 3 0,1 5 0,-6 1 0,0 1 0,-5-1 0,-1-1 0,-2 0 0,-3-1 0,-2 0 0,-2-1 0,-1 0 0,-5-4 0,0 0 0,-7 0 0,-7-3 0,-3 1 0,-4-3 0,-1-2 0,0-3 0,-1-1 0,-2-2 0,-2-1 0,2-4 0,-2 0 0,7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13.37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47.69385"/>
      <inkml:brushProperty name="anchorY" value="-4954.75"/>
      <inkml:brushProperty name="scaleFactor" value="0.5"/>
    </inkml:brush>
  </inkml:definitions>
  <inkml:trace contextRef="#ctx0" brushRef="#br0">0 111 24575,'0'0'0,"3"-3"0,8-5 0,4-6 0,6 0 0,-2-2 0,8-1 0,-1 3 0,0 3 0,-2 4 0,-1 3 0,-3 2 0,-4 5 0,-5 5 0,0 0 0,-4 3 0,-2 2 0,2-2 0,5 2 0,0 1 0,1 1 0,-1 0 0,-3 2 0,1 1 0,-3 0 0,-2 0 0,-1 3 0,-2 1 0,-1 0 0,-1-1 0,3-4 0,1-2 0,-1 0 0,0 0 0,-1 1 0,-1 0 0,0 5 0,-1 0 0,0 1 0,0-1 0,0-1 0,0-1 0,-4-4 0,-3-4 0,-8-4 0,-3-3 0,-1-2 0,-2-2 0,1 0 0,4-5 0,0-3 0,4-3 0,0-4 0,4-5 0,5-1 0,10-1 0,2 0 0,4 5 0,2 1 0,6 0 0,1 4 0,0 4 0,-1 2 0,0 3 0,-1 2 0,-5 4 0,0 1 0,-5 4 0,2-1 0,-4 3 0,5-1 0,-1 1 0,1-1 0,-3 1 0,2-2 0,-3-1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14.7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298.896"/>
      <inkml:brushProperty name="anchorY" value="-6098.51563"/>
      <inkml:brushProperty name="scaleFactor" value="0.5"/>
    </inkml:brush>
  </inkml:definitions>
  <inkml:trace contextRef="#ctx0" brushRef="#br0">1 1 24575,'0'0'0,"3"0"0,1 3 0,0 4 0,3 8 0,-2 6 0,0 6 0,3 4 0,-2 0 0,-1-2 0,-1-3 0,-2-3 0,3-2 0,-1 2 0,0-1 0,2-5 0,0 0 0,-1-1 0,-2 0 0,-1 0 0,3-3 0,0 0 0,2-3 0,-1 1 0,0 1 0,5-2 0,-1 2 0,-1-3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16.4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293.04932"/>
      <inkml:brushProperty name="anchorY" value="-7396.01465"/>
      <inkml:brushProperty name="scaleFactor" value="0.5"/>
    </inkml:brush>
  </inkml:definitions>
  <inkml:trace contextRef="#ctx0" brushRef="#br0">0 29 24575,'0'0'0,"4"0"0,4 0 0,2 0 0,4 0 0,2 0 0,2 0 0,0 0 0,4 0 0,1 0 0,-1 0 0,-1 0 0,0 0 0,-5-3 0,-1-1 0,-1 1 0,-2-4 0,3 1 0,1 1 0,-2 5 0,-10 5 0,-7 0 0,-4 5 0,0 6 0,1 2 0,1 2 0,1 1 0,2-1 0,1 3 0,1 0 0,0-1 0,-3 0 0,-1-2 0,1-1 0,0 0 0,-3-5 0,1 1 0,1 2 0,1 2 0,1 0 0,1 0 0,0-3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18.45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72.1499"/>
      <inkml:brushProperty name="anchorY" value="-8596.41504"/>
      <inkml:brushProperty name="scaleFactor" value="0.5"/>
    </inkml:brush>
  </inkml:definitions>
  <inkml:trace contextRef="#ctx0" brushRef="#br0">89 53 24575,'0'0'0,"0"3"0,0 4 0,0 4 0,0 3 0,0 2 0,0 2 0,0 3 0,0 2 0,0-1 0,0 0 0,0-2 0,0 0 0,0-1 0,-4-5 0,1 1 0,-1-1 0,-3-3 0,-2-3 0,-3-3 0,-3-2 0,2-5 0,3-5 0,3-4 0,2-3 0,7-7 0,4 0 0,5-8 0,3-1 0,3-1 0,-3 1 0,1 3 0,-3 2 0,0 7 0,-3 2 0,2 1 0,0 4 0,-1-1 0,1 4 0,2 1 0,1 3 0,-2 5 0,5 6 0,0 3 0,2 5 0,0 1 0,0 2 0,-4 1 0,-4 0 0,-4-1 0,1 1 0,-2-1 0,2 1 0,-2-1 0,-1 0 0,-1-4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19.94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484.74951"/>
      <inkml:brushProperty name="anchorY" value="-9619.55273"/>
      <inkml:brushProperty name="scaleFactor" value="0.5"/>
    </inkml:brush>
  </inkml:definitions>
  <inkml:trace contextRef="#ctx0" brushRef="#br0">1 112 24575,'0'0'0,"0"3"0,3 5 0,1 3 0,3 3 0,0 2 0,-1 1 0,2-2 0,2 0 0,-1 3 0,2-2 0,-2 0 0,2-3 0,1-1 0,-2 2 0,2-4 0,-3 2 0,-1 1 0,-4 1 0,3-2 0,1-3 0,0-6 0,-1-7 0,1-1 0,-1-8 0,-2-3 0,-1-6 0,-2-5 0,0-1 0,-2 2 0,0 2 0,0 1 0,0 3 0,-1 0 0,-3 2 0,0 0 0,1 1 0,-1-1 0,2 1 0,1-1 0,0-3 0,1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20.86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509.1543"/>
      <inkml:brushProperty name="anchorY" value="-10354.08594"/>
      <inkml:brushProperty name="scaleFactor" value="0.5"/>
    </inkml:brush>
  </inkml:definitions>
  <inkml:trace contextRef="#ctx0" brushRef="#br0">1 0 24575,'0'0'0,"0"6"0,0 6 0,0 3 0,0 2 0,0 5 0,0 7 0,3 5 0,1 2 0,-1-1 0,0-1 0,-1 7 0,0-2 0,-2 3 0,4-1 0,0-1 0,0-1 0,-1-1 0,-1-4 0,-1-2 0,0 1 0,-1-4 0,0-3 0,0-3 0,-4-2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22.10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384.2041"/>
      <inkml:brushProperty name="anchorY" value="-11934.00977"/>
      <inkml:brushProperty name="scaleFactor" value="0.5"/>
    </inkml:brush>
  </inkml:definitions>
  <inkml:trace contextRef="#ctx0" brushRef="#br0">28 1 24575,'0'0'0,"0"3"0,0 5 0,0 6 0,0 7 0,0 6 0,0 8 0,0 3 0,0 6 0,4-1 0,0 4 0,-1-2 0,0-2 0,0-2 0,-2-1 0,0 1 0,-1-5 0,0-3 0,0-6 0,0-3 0,0-4 0,0-1 0,-8-5 0,-3-8 0,-3-3 0,0-4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23.3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509.41406"/>
      <inkml:brushProperty name="anchorY" value="-11758.81543"/>
      <inkml:brushProperty name="scaleFactor" value="0.5"/>
    </inkml:brush>
  </inkml:definitions>
  <inkml:trace contextRef="#ctx0" brushRef="#br0">130 0 24575,'0'0'0,"4"9"0,0 14 0,3 20 0,0 17 0,-1 17 0,-1 7 0,-2 16 0,-9 3 0,-4-4 0,-1-1 0,-2-10 0,1-14 0,3-9 0,3-14 0,2-8 0,2-10 0,2-6 0,0-5 0,0-4 0,1 3 0,-5-5 0,-6 0 0,-8-3 0,-14-5 0,2-2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25.06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532.3999"/>
      <inkml:brushProperty name="anchorY" value="-12108.8457"/>
      <inkml:brushProperty name="scaleFactor" value="0.5"/>
    </inkml:brush>
  </inkml:definitions>
  <inkml:trace contextRef="#ctx0" brushRef="#br0">390 53 24575,'0'0'0,"-3"-3"0,-1-5 0,-3 1 0,-3-4 0,-3 3 0,-3 0 0,-1 3 0,-4 2 0,2 5 0,1 1 0,0 4 0,1 3 0,-1 0 0,1-1 0,3 1 0,0 1 0,-7 2 0,-2-1 0,0 1 0,1 0 0,0-2 0,6 2 0,0 4 0,5 1 0,3 1 0,6 1 0,7-1 0,5-3 0,4-5 0,7 0 0,1-3 0,0-2 0,0-3 0,-1-1 0,-1-5 0,0-4 0,-5-5 0,3-9 0,0 0 0,0 0 0,4-3 0,0 3 0,-3 2 0,-2 1 0,0 1 0,-4 0 0,-4-1 0,1 1 0,-3 0 0,1 3 0,2 3 0,-1 8 0,2 10 0,-2 5 0,-2 9 0,-2 6 0,-2 11 0,-2 0 0,0 2 0,2-4 0,1-2 0,-1 4 0,0-1 0,-1-2 0,2-2 0,1 1 0,-2 3 0,4 1 0,-1-3 0,-1 0 0,2-5 0,-1-3 0,3-8 0,-2 2 0,-1-2 0,-2-4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36.28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932.62109"/>
      <inkml:brushProperty name="anchorY" value="-15231.79297"/>
      <inkml:brushProperty name="scaleFactor" value="0.5"/>
    </inkml:brush>
  </inkml:definitions>
  <inkml:trace contextRef="#ctx0" brushRef="#br0">573 1 24575,'0'0'0,"-3"0"0,-12 0 0,-7 3 0,-17 1 0,-5 3 0,-3 0 0,4 2 0,6-1 0,3 3 0,1-3 0,4-2 0,3 3 0,4-3 0,1-1 0,2 2 0,5 3 0,4 5 0,-7 3 0,2 2 0,3 0 0,-1-3 0,4-1 0,-2-1 0,3 1 0,2 0 0,-2-3 0,2 4 0,1 1 0,2 4 0,1 4 0,5 0 0,4 6 0,3 3 0,1-2 0,5 0 0,-1-3 0,0 1 0,-3 0 0,-2-3 0,-1-2 0,-1-3 0,-3-1 0,2-3 0,2-1 0,3-4 0,2-3 0,2-5 0,1-2 0,1-3 0,0-1 0,0 0 0,1-5 0,-1 1 0,0-4 0,0-6 0,-3-3 0,-1-6 0,4-4 0,-3-1 0,-3 2 0,-4 2 0,-2 1 0,-3 3 0,-2-6 0,-1 0 0,-1 1 0,1 1 0,-1 2 0,-3 6 0,-4 0 0,-3 5 0,0 0 0,-1 3 0,-2 2 0,-1 2 0,-2 2 0,0 1 0,-4 4 0,-1 5 0,0 4 0,1 6 0,5 2 0,0 1 0,4 4 0,1 3 0,-1 0 0,2-2 0,-1 1 0,2 2 0,-5-1 0,2-3 0,2-2 0,0-1 0,1-3 0,3 0 0,2-5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37.17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568.59668"/>
      <inkml:brushProperty name="anchorY" value="-15135.31543"/>
      <inkml:brushProperty name="scaleFactor" value="0.5"/>
    </inkml:brush>
  </inkml:definitions>
  <inkml:trace contextRef="#ctx0" brushRef="#br0">19 1 24575,'0'0'0,"0"3"0,0 8 0,0 4 0,-4 2 0,1 2 0,-1 1 0,1 3 0,1 1 0,1-2 0,0 0 0,1-2 0,0 0 0,0-2 0,0 0 0,0 4 0,0-1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38.76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04.61133"/>
      <inkml:brushProperty name="anchorY" value="-14601.80371"/>
      <inkml:brushProperty name="scaleFactor" value="0.5"/>
    </inkml:brush>
  </inkml:definitions>
  <inkml:trace contextRef="#ctx0" brushRef="#br0">40 502 24575,'0'0'0,"0"-3"0,-3-4 0,-1-4 0,0-7 0,1-9 0,-6-8 0,0-5 0,5-8 0,1-1 0,3 5 0,0 6 0,1 7 0,0 5 0,0 4 0,-1 3 0,1 2 0,2 4 0,1 0 0,3 3 0,3 0 0,3 2 0,3 3 0,0 1 0,2 2 0,1 1 0,-4 4 0,3 1 0,-3 3 0,0 4 0,-3 2 0,0-1 0,-3 2 0,1 0 0,-2 1 0,-2 2 0,-2 7 0,-1 1 0,-2 0 0,-1-1 0,3-2 0,0-1 0,1-1 0,2 2 0,-1 0 0,0-1 0,-1 0 0,2-5 0,-1-1 0,0 0 0,-2 0 0,-1 1 0,-1 0 0,0-2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40.0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802.69238"/>
      <inkml:brushProperty name="anchorY" value="-15410.65625"/>
      <inkml:brushProperty name="scaleFactor" value="0.5"/>
    </inkml:brush>
  </inkml:definitions>
  <inkml:trace contextRef="#ctx0" brushRef="#br0">1 171 24575,'0'0'0,"3"3"0,1 8 0,0 4 0,-1 2 0,-1 2 0,0 1 0,-1 3 0,-1 0 0,0 0 0,0-2 0,0 0 0,0-2 0,-1 4 0,1-2 0,0 1 0,0-1 0,0-2 0,4-3 0,-1-8 0,1-8 0,2-14 0,0-6 0,-1-3 0,-1-2 0,-1-2 0,2-2 0,-1-3 0,0-1 0,-1 1 0,-1 0 0,-1 4 0,0 2 0,-1 2 0,0 0 0,0 1 0,-1 1 0,1 2 0,0 0 0,0-2 0,0 0 0,0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40.86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721.33008"/>
      <inkml:brushProperty name="anchorY" value="-16086.52539"/>
      <inkml:brushProperty name="scaleFactor" value="0.5"/>
    </inkml:brush>
  </inkml:definitions>
  <inkml:trace contextRef="#ctx0" brushRef="#br0">73 0 24575,'0'0'0,"0"6"0,0 13 0,-7 21 0,-1 17 0,-3 11 0,2 10 0,1 0 0,-2-4 0,3-8 0,1-9 0,3-12 0,0-7 0,2-7 0,1-5 0,0-1 0,0-3 0,1-1 0,-1-5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41.7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803.16943"/>
      <inkml:brushProperty name="anchorY" value="-16006.63086"/>
      <inkml:brushProperty name="scaleFactor" value="0.5"/>
    </inkml:brush>
  </inkml:definitions>
  <inkml:trace contextRef="#ctx0" brushRef="#br0">44 1 24575,'0'0'0,"0"6"0,0 9 0,7 10 0,1 21 0,-1 15 0,-5 17 0,-4 6 0,-3 19 0,-4-4 0,1-10 0,1-11 0,1-13 0,-1-14 0,1-13 0,2-9 0,0-7 0,2-4 0,1-3 0,1 1 0,0-1 0,-4-3 0,1-2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47.1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875.95459"/>
      <inkml:brushProperty name="anchorY" value="-16876.0332"/>
      <inkml:brushProperty name="scaleFactor" value="0.5"/>
    </inkml:brush>
  </inkml:definitions>
  <inkml:trace contextRef="#ctx0" brushRef="#br0">347 0 24575,'0'0'0,"0"6"0,0 6 0,0 3 0,-3 2 0,-1 1 0,0 1 0,2 0 0,-4 3 0,1 1 0,-3-5 0,-3-4 0,1-1 0,3 0 0,1-7 0,5-2 0,7-10 0,4-2 0,3-4 0,4 1 0,1 2 0,0 3 0,1 2 0,0 1 0,3 2 0,0 1 0,0 4 0,7 4 0,2 3 0,-1 0 0,-2-2 0,1 1 0,-6 2 0,-2-2 0,-6 1 0,-2 2 0,-3 1 0,-4 5 0,2 2 0,-2 0 0,-2 0 0,-1-1 0,-2-1 0,0 0 0,-8 0 0,-25 6 0,-19 8 0,-25 6 0,-8 0 0,0-4 0,0-4 0,11-1 0,10-3 0,10-7 0,12-6 0,8-2 0,8-4 0,8-2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48.44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682.96191"/>
      <inkml:brushProperty name="anchorY" value="-16778.96289"/>
      <inkml:brushProperty name="scaleFactor" value="0.5"/>
    </inkml:brush>
  </inkml:definitions>
  <inkml:trace contextRef="#ctx0" brushRef="#br0">1 15 24575,'0'0'0,"3"0"0,1-4 0,3 0 0,3 0 0,-1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49.93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563.28076"/>
      <inkml:brushProperty name="anchorY" value="-17611.41406"/>
      <inkml:brushProperty name="scaleFactor" value="0.5"/>
    </inkml:brush>
  </inkml:definitions>
  <inkml:trace contextRef="#ctx0" brushRef="#br0">1 0 24575,'0'0'0,"3"0"0,5 0 0,3 0 0,3 0 0,2 0 0,1 0 0,2 0 0,6 0 0,1 0 0,0 0 0,-1 0 0,-3 0 0,-1 0 0,-2 0 0,4 0 0,-2 0 0,1 0 0,-2 0 0,-4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51.36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764.40234"/>
      <inkml:brushProperty name="anchorY" value="-18458.08203"/>
      <inkml:brushProperty name="scaleFactor" value="0.5"/>
    </inkml:brush>
  </inkml:definitions>
  <inkml:trace contextRef="#ctx0" brushRef="#br0">1 1 24575,'0'0'0,"0"3"0,0 15 0,0 12 0,4 9 0,-1 8 0,1 1 0,-1 3 0,-1 5 0,0-3 0,-1-3 0,-1-7 0,0-8 0,0-3 0,-4-9 0,-3-7 0,-1-6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54.9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611.37891"/>
      <inkml:brushProperty name="anchorY" value="-19859.10352"/>
      <inkml:brushProperty name="scaleFactor" value="0.5"/>
    </inkml:brush>
  </inkml:definitions>
  <inkml:trace contextRef="#ctx0" brushRef="#br0">92 182 24575,'0'0'0,"0"6"0,-3 6 0,-1 2 0,0 3 0,1 5 0,1 4 0,0 1 0,2-2 0,-1-1 0,1-2 0,-3-1 0,-1-2 0,1-1 0,0 3 0,0 1 0,-1-5 0,3-18 0,1 1 0,0 0 0,0 0 0,0 1 0,0-1 0,0 0 0,-1 0 0,1 1 0,0-1 0,0 0 0,0 0 0,-1 0 0,1 1 0,0-1 0,0 0 0,-1 0 0,1 0 0,0 0 0,0 0 0,-1 1 0,1-1 0,0 0 0,0 0 0,-1 0 0,1 0 0,0 0 0,-1 0 0,1 0 0,0 0 0,0 0 0,-1 0 0,1 0 0,-8-9 0,-2-8 0,1-12 0,2-1 0,2-7 0,2-2 0,1-1 0,5 4 0,1 1 0,3 5 0,4 3 0,-1 3 0,-2 4 0,2 5 0,-2 0 0,1 5 0,-1 0 0,2 2 0,-2-5 0,1 2 0,3 2 0,1-2 0,3 3 0,4 2 0,1 2 0,0 1 0,1 2 0,-2 1 0,0 0 0,-1 7 0,-1 5 0,-3 3 0,3 2 0,-4 2 0,-3 0 0,-3 0 0,-4 0 0,-2-1 0,-1 1 0,-4-1 0,-2 0 0,1 0 0,0 0 0,1 0 0,2 3 0,0 1 0,-3-4 0,0-1 0,-3-4 0,1-4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56.23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704.36133"/>
      <inkml:brushProperty name="anchorY" value="-20878.30078"/>
      <inkml:brushProperty name="scaleFactor" value="0.5"/>
    </inkml:brush>
  </inkml:definitions>
  <inkml:trace contextRef="#ctx0" brushRef="#br0">1 357 24575,'0'0'0,"0"3"0,0 9 0,3 9 0,1 5 0,3 7 0,3 0 0,0-2 0,-2-2 0,-2-5 0,2-5 0,1-3 0,3-5 0,2-3 0,5-4 0,2-2 0,1-2 0,-1 0 0,-1-1 0,-3-3 0,-2-4 0,0-3 0,0-4 0,-3-5 0,4-1 0,-2-1 0,0 1 0,-3 0 0,-2-3 0,-4 1 0,-1-2 0,-3 0 0,-1 1 0,0 2 0,3 1 0,0 2 0,1-7 0,-2 1 0,0-4 0,0 2 0,-2-6 0,1-1 0,-1 1 0,0 4 0,-1 3 0,1 3 0,0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57.0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909.17188"/>
      <inkml:brushProperty name="anchorY" value="-21367.90039"/>
      <inkml:brushProperty name="scaleFactor" value="0.5"/>
    </inkml:brush>
  </inkml:definitions>
  <inkml:trace contextRef="#ctx0" brushRef="#br0">1 0 24575,'0'0'0,"0"3"0,0 8 0,0 7 0,3 14 0,1 2 0,-1 3 0,4-2 0,-1-1 0,-1-3 0,2-8 0,-1 1 0,-1-3 0,-1-1 0,2-5 0,-1-1 0,-1 1 0,-1-1 0,-1-2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57.7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826.05469"/>
      <inkml:brushProperty name="anchorY" value="-22607.55078"/>
      <inkml:brushProperty name="scaleFactor" value="0.5"/>
    </inkml:brush>
  </inkml:definitions>
  <inkml:trace contextRef="#ctx0" brushRef="#br0">1 1 24575,'0'0'0,"0"9"0,0 14 0,0 17 0,0 6 0,0 2 0,0 3 0,0 2 0,0-3 0,0 3 0,0 9 0,0 0 0,0 0 0,0 6 0,0-5 0,0-7 0,0-5 0,0-10 0,0-11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4:59.25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672.72168"/>
      <inkml:brushProperty name="anchorY" value="-24322.63281"/>
      <inkml:brushProperty name="scaleFactor" value="0.5"/>
    </inkml:brush>
  </inkml:definitions>
  <inkml:trace contextRef="#ctx0" brushRef="#br0">0 0 24575,'0'0'0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01.03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519.38867"/>
      <inkml:brushProperty name="anchorY" value="-25169.30078"/>
      <inkml:brushProperty name="scaleFactor" value="0.5"/>
    </inkml:brush>
  </inkml:definitions>
  <inkml:trace contextRef="#ctx0" brushRef="#br0">1 920 24575,'0'0'0,"0"3"0,0 5 0,3 7 0,1 2 0,0 3 0,2 15 0,0 4 0,-1 6 0,6 12 0,2 3 0,0 1 0,-3 0 0,-2-9 0,-3-5 0,-3-9 0,-1-8 0,-1-5 0,0-15 0,0-13 0,-4-17 0,0-9 0,0-10 0,-7-10 0,2-9 0,-4-7 0,3-1 0,2-2 0,2 2 0,2 0 0,2-2 0,2-14 0,7-13 0,4-9 0,4-8 0,3 8 0,-3 3 0,4 13 0,0 13 0,-3 17 0,-4 15 0,7 8 0,1 12 0,0 8 0,1 7 0,-1 5 0,0 10 0,-1 5 0,7 8 0,-4 3 0,-1 4 0,-4 3 0,-2 3 0,0 1 0,-4 2 0,-2-3 0,-1-4 0,-1-4 0,-2 1 0,2 1 0,-2-1 0,0 2 0,-2-2 0,2-1 0,0 1 0,-1-2 0,2 3 0,0-2 0,6 2 0,-1-1 0,2 2 0,-2-3 0,-2 3 0,-3 5 0,1 10 0,-1 4 0,-2 5 0,-1 10 0,-1-6 0,-1 3 0,-1-8 0,0-5 0,0-8 0,-1-7 0,1-6 0,0-4 0,-4-6 0,0-5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02.1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931.625"/>
      <inkml:brushProperty name="anchorY" value="-26388.05273"/>
      <inkml:brushProperty name="scaleFactor" value="0.5"/>
    </inkml:brush>
  </inkml:definitions>
  <inkml:trace contextRef="#ctx0" brushRef="#br0">1 36 24575,'0'0'0,"3"12"0,1 23 0,7 23 0,-1 30 0,0 16 0,-3 10 0,2 1 0,-2-19 0,-2-16 0,-2-16 0,-1-17 0,-1-13 0,-1-8 0,4-11 0,-1-2 0,4-2 0,3-3 0,3-2 0,6-3 0,2-1 0,0-1 0,0-8 0,-3-4 0,-6-11 0,-4-6 0,-3-9 0,-3-7 0,-2-11 0,0-4 0,-1-2 0,0 3 0,0 6 0,1 5 0,-1 5 0,1 7 0,0-2 0,0 5 0,-3 0 0,-5-3 0,-2-5 0,-1-1 0,2 0 0,-4 1 0,1 5 0,2 4 0,3 5 0,2 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03.26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922.75195"/>
      <inkml:brushProperty name="anchorY" value="-27199.51953"/>
      <inkml:brushProperty name="scaleFactor" value="0.5"/>
    </inkml:brush>
  </inkml:definitions>
  <inkml:trace contextRef="#ctx0" brushRef="#br0">1 0 24575,'0'0'0,"3"0"0,1 4 0,4 7 0,2 3 0,3 11 0,2 5 0,-2 4 0,-2 0 0,0-1 0,1-2 0,-3-4 0,-1 1 0,4-3 0,-1-2 0,1-1 0,-2-3 0,2-4 0,-3-1 0,-2 1 0,-3-1 0,-1 5 0,2 1 0,3 0 0,-1 1 0,3-4 0,-2-2 0,-1 0 0,-2 1 0,-2-1 0,-2 2 0,0 0 0,-1 0 0,-8-12 0,5-2 0,-1 0 0,1 0 0,-1 0 0,0 0 0,-6 2 0,-27 17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04.19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948.5957"/>
      <inkml:brushProperty name="anchorY" value="-28719.875"/>
      <inkml:brushProperty name="scaleFactor" value="0.5"/>
    </inkml:brush>
  </inkml:definitions>
  <inkml:trace contextRef="#ctx0" brushRef="#br0">1 1 24575,'0'0'0,"9"0"0,11 7 0,2 4 0,5 3 0,7 3 0,0 2 0,-3-4 0,-3-3 0,-6 3 0,-8 1 0,-1 0 0,-2 2 0,2 0 0,-3 0 0,5 1 0,1-5 0,-2 1 0,1 3 0,-3 0 0,0 2 0,-3-1 0,1-3 0,-2-1 0,-2 0 0,2 0 0,-2 1 0,-1 4 0,-9-3 0,-5-6 0,-5-5 0,1-3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14.2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179.74023"/>
      <inkml:brushProperty name="anchorY" value="-30019.38281"/>
      <inkml:brushProperty name="scaleFactor" value="0.5"/>
    </inkml:brush>
  </inkml:definitions>
  <inkml:trace contextRef="#ctx0" brushRef="#br0">289 38 24575,'0'0'0,"-3"10"0,-1 16 0,-3 14 0,-4 6 0,2 1 0,-2-3 0,1-7 0,-1-6 0,2-6 0,2 0 0,2-2 0,-1-2 0,1-1 0,1-1 0,-2-5 0,-11-3 0,-2-4 0,-3-7 0,0-6 0,-3-5 0,4-10 0,1-4 0,5-4 0,5 0 0,3 2 0,4-1 0,5-2 0,6-1 0,3 2 0,1 2 0,1 3 0,1 2 0,2 2 0,8 1 0,1 1 0,0 1 0,-1 3 0,-1 1 0,-2 2 0,-2 4 0,-4-1 0,0 1 0,-1 3 0,0 0 0,1 3 0,2 0 0,-4 4 0,1 5 0,0 3 0,1 3 0,-3 3 0,-2 0 0,-4 2 0,-2 0 0,-2-1 0,-2 1 0,0 3 0,3 0 0,0-1 0,0 0 0,0-1 0,-1-1 0,3-4 0,-1 0 0,0-1 0,2 1 0,0 4 0,-1 1 0,-1 1 0,-2-1 0,0 0 0,-9-4 0,0-4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15.5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192.66016"/>
      <inkml:brushProperty name="anchorY" value="-31285.13867"/>
      <inkml:brushProperty name="scaleFactor" value="0.5"/>
    </inkml:brush>
  </inkml:definitions>
  <inkml:trace contextRef="#ctx0" brushRef="#br0">0 132 24575,'0'0'0,"0"3"0,0 5 0,0 3 0,0 3 0,0 2 0,0 1 0,0 5 0,0 4 0,0 0 0,0-1 0,0-1 0,0-3 0,4-4 0,-1-2 0,5 4 0,2-1 0,3-3 0,2-3 0,-2 0 0,2-4 0,-4 2 0,4-2 0,1-3 0,2-1 0,-3-5 0,0-2 0,0 0 0,0-4 0,-2-7 0,-4-2 0,-2-3 0,0 0 0,-2-1 0,0 0 0,-2 1 0,-2-7 0,0-3 0,-1-1 0,0-1 0,0 2 0,0 3 0,-1 2 0,1-1 0,0 2 0,0 1 0,0 1 0,0 1 0,0-2 0,0 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16.38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0289.76953"/>
      <inkml:brushProperty name="anchorY" value="-32000.41211"/>
      <inkml:brushProperty name="scaleFactor" value="0.5"/>
    </inkml:brush>
  </inkml:definitions>
  <inkml:trace contextRef="#ctx0" brushRef="#br0">1 0 24575,'0'0'0,"0"6"0,3 6 0,1 3 0,0 2 0,2-2 0,0 7 0,3 0 0,-2 5 0,3-1 0,-2-1 0,-1-1 0,-3 1 0,-1-2 0,-1 0 0,2-6 0,-1 0 0,1-2 0,-2 0 0,0-3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17.2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1224.61328"/>
      <inkml:brushProperty name="anchorY" value="-33205.04688"/>
      <inkml:brushProperty name="scaleFactor" value="0.5"/>
    </inkml:brush>
  </inkml:definitions>
  <inkml:trace contextRef="#ctx0" brushRef="#br0">1 1 24575,'0'0'0,"0"6"0,3 10 0,1 9 0,3 10 0,3 1 0,0 2 0,2-4 0,-3-3 0,-1-5 0,0-3 0,3 1 0,-2 2 0,2 2 0,-2 0 0,4 8 0,-1-1 0,-2 1 0,-2-3 0,-3-4 0,-3-4 0,-1-6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18.8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2233.69531"/>
      <inkml:brushProperty name="anchorY" value="-34640.625"/>
      <inkml:brushProperty name="scaleFactor" value="0.5"/>
    </inkml:brush>
  </inkml:definitions>
  <inkml:trace contextRef="#ctx0" brushRef="#br0">0 69 24575,'0'0'0,"0"6"0,0 10 0,0 2 0,0 3 0,0 0 0,0 4 0,0-1 0,0-1 0,0-1 0,4-4 0,0-10 0,3-7 0,3-12 0,3-5 0,6-3 0,2-3 0,7 1 0,1 0 0,-1 5 0,-6 0 0,-2 4 0,-6 1 0,-1-1 0,0-2 0,-3-1 0,1 3 0,-3-1 0,-2-1 0,2 3 0,-2-2 0,-1 11 0,-2 9 0,-1 10 0,-1 5 0,0 5 0,-1 4 0,-1 0 0,1 4 0,4 1 0,-1 2 0,4-1 0,7 8 0,-1-1 0,2 3 0,2 14 0,-1 1 0,2 5 0,0 10 0,-4-2 0,4-7 0,-3-4 0,0-8 0,-3-11 0,-4-9 0,-2-8 0,-3-9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0.11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600.84375"/>
      <inkml:brushProperty name="anchorY" value="-36494.41406"/>
      <inkml:brushProperty name="scaleFactor" value="0.5"/>
    </inkml:brush>
  </inkml:definitions>
  <inkml:trace contextRef="#ctx0" brushRef="#br0">0 1 24575,'0'0'0,"0"9"0,0 14 0,0 17 0,0 2 0,0-1 0,0-4 0,4-2 0,0-5 0,0-4 0,-1 0 0,-1-2 0,3-5 0,-5-20 0,0 2 0,1-1 0,-1 0 0,0 1 0,0-1 0,1 1 0,-1-1 0,0 0 0,0 1 0,1-1 0,-1 0 0,1 1 0,-1-1 0,0 0 0,1 1 0,-1-1 0,1 0 0,-1 0 0,0 1 0,1-1 0,0 0 0,10-2 0,7-9 0,8 0 0,6-4 0,0 3 0,2 3 0,-3 2 0,1 3 0,-4 2 0,-3 1 0,-2 1 0,-2 0 0,-2 1 0,2 3 0,1 0 0,-5 3 0,3 7 0,0 0 0,0-3 0,-1-2 0,-4 1 0,0-3 0,-1 2 0,-2 2 0,0 2 0,-3 2 0,-2 8 0,-3 2 0,-8 3 0,-3 0 0,-7 2 0,-14-2 0,-6-2 0,-1 0 0,2-4 0,8-3 0,3-5 0,3 0 0,2-5 0,-3-2 0,0-4 0,3-1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0.9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4741.56055"/>
      <inkml:brushProperty name="anchorY" value="-38059.00781"/>
      <inkml:brushProperty name="scaleFactor" value="0.5"/>
    </inkml:brush>
  </inkml:definitions>
  <inkml:trace contextRef="#ctx0" brushRef="#br0">1 18 24575,'0'0'0,"12"0"0,37 0 0,13 0 0,19-3 0,3-1 0,0 1 0,-5 0 0,-10 1 0,-11 0 0,-8 2 0,-7-1 0,-9 1 0,-2 0 0,-5 1 0,-4-1 0,-5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2.64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6393.10156"/>
      <inkml:brushProperty name="anchorY" value="-38888.25781"/>
      <inkml:brushProperty name="scaleFactor" value="0.5"/>
    </inkml:brush>
  </inkml:definitions>
  <inkml:trace contextRef="#ctx0" brushRef="#br0">166 360 24575,'0'0'0,"4"16"0,0 19 0,0 19 0,-1 9 0,3 0 0,-1 0 0,-1-2 0,0-10 0,-6-13 0,0-9 0,-5-10 0,-3-8 0,-3-9 0,-3-8 0,-1-9 0,-5-12 0,0-5 0,-4-5 0,5-5 0,3-8 0,7-4 0,4-1 0,3-12 0,3-1 0,1 5 0,1 6 0,3 10 0,1 10 0,3 11 0,0 7 0,1 3 0,3 5 0,2 5 0,2 2 0,-3-1 0,-3-3 0,1-2 0,1-7 0,1-2 0,2 2 0,1 0 0,1 4 0,0 3 0,1 4 0,0 3 0,-3 5 0,3 9 0,4 11 0,0 11 0,-3 1 0,-1 11 0,-5 0 0,-3-4 0,-1-5 0,-2-6 0,-2-4 0,-2-5 0,-1-2 0,-2-1 0,0-1 0,0 0 0,0 0 0,-1 0 0,1 0 0,0 4 0,0 1 0,0-1 0,0 0 0,0-1 0,0 0 0,3-2 0,4-3 0,1 3 0,-2-4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3.65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7497.56641"/>
      <inkml:brushProperty name="anchorY" value="-40033.65625"/>
      <inkml:brushProperty name="scaleFactor" value="0.5"/>
    </inkml:brush>
  </inkml:definitions>
  <inkml:trace contextRef="#ctx0" brushRef="#br0">0 270 24575,'0'0'0,"0"3"0,4 5 0,3-1 0,4 4 0,3-3 0,2 3 0,1-2 0,2-2 0,3-2 0,0-2 0,0-2 0,0 0 0,-2-1 0,-4-4 0,-1-4 0,-4-3 0,0-4 0,-3-1 0,-2-1 0,2-2 0,-3 1 0,0-1 0,5 0 0,0 1 0,-2 0 0,-2 0 0,-2 0 0,-1 0 0,-2 0 0,0 0 0,-2-7 0,-6 0 0,-1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4.4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8652.25391"/>
      <inkml:brushProperty name="anchorY" value="-40610.69531"/>
      <inkml:brushProperty name="scaleFactor" value="0.5"/>
    </inkml:brush>
  </inkml:definitions>
  <inkml:trace contextRef="#ctx0" brushRef="#br0">1 1 24575,'0'0'0,"0"6"0,0 6 0,3 10 0,1 5 0,-1 13 0,0 4 0,-1 4 0,0 7 0,-1 1 0,-1-2 0,0-7 0,0-8 0,0-4 0,-1-7 0,1-3 0,0-4 0,0-2 0,0-2 0,0-3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5.17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516.13086"/>
      <inkml:brushProperty name="anchorY" value="-42066.78125"/>
      <inkml:brushProperty name="scaleFactor" value="0.5"/>
    </inkml:brush>
  </inkml:definitions>
  <inkml:trace contextRef="#ctx0" brushRef="#br0">48 1 24575,'0'0'0,"0"9"0,0 14 0,0 6 0,0 17 0,0 9 0,0 13 0,0 5 0,-3-3 0,-1 3 0,0-7 0,-2-15 0,0-11 0,0-10 0,3-7 0,-3-8 0,1-2 0,0-5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8.25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8621.41211"/>
      <inkml:brushProperty name="anchorY" value="-41912.12891"/>
      <inkml:brushProperty name="scaleFactor" value="0.5"/>
    </inkml:brush>
  </inkml:definitions>
  <inkml:trace contextRef="#ctx0" brushRef="#br0">57 379 24575,'0'0'0,"8"3"0,-4 8 0,-1 7 0,-1 10 0,-1 6 0,0 0 0,-1 1 0,0-3 0,0-4 0,0 0 0,0-2 0,0-3 0,3-5 0,1-2 0,0-1 0,-1 0 0,-1 1 0,3 0 0,-1 4 0,0 1 0,-8-4 0,-5-3 0,-4-5 0,-3-10 0,1-8 0,0-4 0,3-8 0,3-2 0,3-4 0,3-7 0,1-2 0,2 2 0,0-1 0,1 4 0,-1-4 0,5 7 0,-1 0 0,0-1 0,-1 2 0,-1 2 0,3-1 0,0 2 0,-1 1 0,2 2 0,0-3 0,-1 2 0,-2-4 0,0 2 0,2 4 0,-1 2 0,0 1 0,2 0 0,0 1 0,-1-1 0,2 0 0,3 0 0,-2-1 0,3 4 0,-2 0 0,1 3 0,-1 0 0,1 2 0,6 3 0,1 2 0,2 1 0,1 2 0,-1 1 0,-3 4 0,-1 0 0,0 11 0,0 0 0,-2 2 0,-4 1 0,4 0 0,-2 1 0,-2-1 0,-2 4 0,0 4 0,-1-1 0,-1 3 0,1-1 0,0-2 0,-2-2 0,0-2 0,-2-1 0,-1-2 0,3 0 0,0 0 0,0-4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29.6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838.14844"/>
      <inkml:brushProperty name="anchorY" value="-42793.21094"/>
      <inkml:brushProperty name="scaleFactor" value="0.5"/>
    </inkml:brush>
  </inkml:definitions>
  <inkml:trace contextRef="#ctx0" brushRef="#br0">1 155 24575,'0'0'0,"3"3"0,1 5 0,0 3 0,-1 3 0,3 2 0,-1 2 0,-1 0 0,3 4 0,-1 0 0,-1 1 0,-2-9 0,0-12 0,-2-8 0,0-7 0,-1-4 0,-1-2 0,1-1 0,0 0 0,0 0 0,0 0 0,-1 2 0,1-1 0,0 1 0,0 0 0,0 0 0,0 0 0,0 1 0,0-1 0,0 0 0,4 4 0,3 3 0,1 8 0,-2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30.5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763.29688"/>
      <inkml:brushProperty name="anchorY" value="-43484.92188"/>
      <inkml:brushProperty name="scaleFactor" value="0.5"/>
    </inkml:brush>
  </inkml:definitions>
  <inkml:trace contextRef="#ctx0" brushRef="#br0">1 0 24575,'0'0'0,"0"9"0,0 18 0,0 24 0,0 12 0,0 14 0,0 1 0,0-3 0,0-8 0,0-6 0,0-11 0,0-11 0,0-8 0,0-7 0,0-4 0,0-3 0,0 3 0,3-1 0,1 1 0,3-4 0,3-1 0,0 0 0,-2 1 0,-6-4 0,-2-2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34.6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2592.60742"/>
      <inkml:brushProperty name="anchorY" value="-46884.90234"/>
      <inkml:brushProperty name="scaleFactor" value="0.5"/>
    </inkml:brush>
  </inkml:definitions>
  <inkml:trace contextRef="#ctx0" brushRef="#br0">13 0 24575,'0'0'0,"0"9"0,0 15 0,3 8 0,1 10 0,-1 3 0,0 0 0,3-1 0,-1-2 0,0-6 0,-2-5 0,-1-5 0,0-4 0,-2-2 0,0-3 0,0 0 0,0 0 0,0 4 0,0 3 0,0 4 0,-1 4 0,1 12 0,0-1 0,0-3 0,0-6 0,0-1 0,0-5 0,-3 1 0,-4-7 0,-4-3 0,-3-5 0,1-4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1.91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733.03516"/>
      <inkml:brushProperty name="anchorY" value="-46927.88281"/>
      <inkml:brushProperty name="scaleFactor" value="0.5"/>
    </inkml:brush>
  </inkml:definitions>
  <inkml:trace contextRef="#ctx0" brushRef="#br0">152 379 24575,'0'0'0,"10"-19"0,6-13 0,2-8 0,2-4 0,1 3 0,6 5 0,0 5 0,0 5 0,-3 4 0,-1 6 0,-2 2 0,2 4 0,2-4 0,1 3 0,1 2 0,0 2 0,-2 3 0,-3 2 0,-1 1 0,-5 5 0,3 0 0,-1 0 0,0 3 0,0 3 0,-3 3 0,0 1 0,-1 7 0,1 0 0,-3 8 0,1 3 0,-3 3 0,4 2 0,-2-3 0,-2 3 0,-6 0 0,-3-3 0,-6 7 0,-4-1 0,-8 1 0,-2-1 0,-2-4 0,0 2 0,0-5 0,-3-3 0,1-8 0,4-3 0,1-7 0,5 0 0,1-4 0,3 1 0,-1-2 0,2-5 0,6-2 0,9-2 0,13 0 0,11 0 0,6 4 0,10 4 0,9 8 0,0 7 0,-3 3 0,-8 0 0,0-1 0,-8-4 0,-5-5 0,-6 1 0,-4 1 0,-2 8 0,-2 1 0,-5-1 0,-4 4 0,-3-2 0,-3-2 0,-2 3 0,-8 11 0,-4 4 0,-8 8 0,-13 5 0,-8-3 0,-15 5 0,-12-4 0,-17 7 0,-14-3 0,-2-12 0,-4-5 0,6-11 0,5-9 0,8-9 0,15-6 0,13-3 0,13-6 0,11-6 0,8 1 0,8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3.27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734.41016"/>
      <inkml:brushProperty name="anchorY" value="-47400.13281"/>
      <inkml:brushProperty name="scaleFactor" value="0.5"/>
    </inkml:brush>
  </inkml:definitions>
  <inkml:trace contextRef="#ctx0" brushRef="#br0">31 1 24575,'0'0'0,"0"6"0,0 13 0,3 6 0,8 17 0,0 8 0,0 5 0,-3 10 0,-9-2 0,-3-6 0,-2-5 0,1-2 0,1-8 0,1-7 0,1-3 0,-3-5 0,1-4 0,0-2 0,1-2 0,1-1 0,1-1 0,0 1 0,1-1 0,-3-3 0,-4-4 0,-1-7 0,2-10 0,1-9 0,5-5 0,9-6 0,11-3 0,12 0 0,23-2 0,8-1 0,14 7 0,1 6 0,-2 6 0,-9 6 0,-6 5 0,-4 5 0,-10 6 0,-9 1 0,-11 2 0,-7 3 0,-3 1 0,-3 6 0,-3 0 0,-4 4 0,5 0 0,-2-1 0,-2-1 0,-2-2 0,2-5 0,-2-1 0,-2 0 0,-1 7 0,-8 4 0,-1 1 0,-8 7 0,-3 1 0,-10 13 0,-4-2 0,-7 2 0,-2-5 0,-8 8 0,-4-5 0,-6 1 0,-1-6 0,3-6 0,2-10 0,3-5 0,6-6 0,6-6 0,8-4 0,5-3 0,4-1 0,6-1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4.01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649.48242"/>
      <inkml:brushProperty name="anchorY" value="-49645.30469"/>
      <inkml:brushProperty name="scaleFactor" value="0.5"/>
    </inkml:brush>
  </inkml:definitions>
  <inkml:trace contextRef="#ctx0" brushRef="#br0">0 57 24575,'0'0'0,"6"0"0,52-8 0,33-3 0,36 0 0,25 2 0,10 1 0,4 3 0,-14 2 0,-19 2 0,-26 1 0,-25 0 0,-24 0 0,-17 1 0,-17-1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7.51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361.11719"/>
      <inkml:brushProperty name="anchorY" value="-51823.33594"/>
      <inkml:brushProperty name="scaleFactor" value="0.5"/>
    </inkml:brush>
  </inkml:definitions>
  <inkml:trace contextRef="#ctx0" brushRef="#br0">1 0 24575,'0'0'0,"32"98"0,21 53 0,2-1 0,1-4-1425,-4-15 1832,-6-20-610,-7-20 668,-5-17-598,-4-15 436,-6-14-371,-4-12 102,-5-9-34,-2-7 724,-1-3-931,0-3 310,-2-3-103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8.2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710.87109"/>
      <inkml:brushProperty name="anchorY" value="-53832.51563"/>
      <inkml:brushProperty name="scaleFactor" value="0.5"/>
    </inkml:brush>
  </inkml:definitions>
  <inkml:trace contextRef="#ctx0" brushRef="#br0">1 247 24575,'0'0'0,"76"-20"0,42-14 0,1 1 0,-4 0 0,-12 4 0,-13 4 0,-13 4 0,-13 4 0,-11 4 0,-11 4 0,-12 2 0,-9 4 0,-7 1 0,-4 2 0,-3 0 0,-2 1 0,-1-1 0,0 1 0,-1 0 0,1 1 0,2 3 0,0 3 0,1 6 0,-1 7 0,-1 7 0,-2 7 0,-1 8 0,-3 5 0,-1 5 0,-3 3 0,-1 3 0,-3 1 0,0 2 0,-1 0 0,-1 1 0,1-1 0,-1-2 0,2-3 0,1-6 0,2 0 0,2-8 0,2-9 0,0-9 0,2-7 0,0-8 0,3-4 0,-1-3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8.6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6451.47266"/>
      <inkml:brushProperty name="anchorY" value="-55474.51172"/>
      <inkml:brushProperty name="scaleFactor" value="0.5"/>
    </inkml:brush>
  </inkml:definitions>
  <inkml:trace contextRef="#ctx0" brushRef="#br0">3 1 24575,'0'0'0,"3"72"0,2 38 0,-1-4 0,-1-4 0,0-11 0,-2-12 0,-2-9 0,-1-9 0,-1-5 0,0-6 0,-1-4 0,1-5 0,0-3 0,2-4 0,0-3 0,0-4 0,1-3 0,0-3 0,1-4 0,-1-2 0,0-4 0,0-2 0,0-2 0,0-2 0,0 2 0,1 4 0,0-2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4.05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1373.11328"/>
      <inkml:brushProperty name="anchorY" value="-64317.65625"/>
      <inkml:brushProperty name="scaleFactor" value="0.5"/>
    </inkml:brush>
  </inkml:definitions>
  <inkml:trace contextRef="#ctx0" brushRef="#br0">345 1 24575,'0'0'0,"-66"51"0,-34 30 0,4 2 0,14-10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4.59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182.26953"/>
      <inkml:brushProperty name="anchorY" value="-63759.64063"/>
      <inkml:brushProperty name="scaleFactor" value="0.5"/>
    </inkml:brush>
  </inkml:definitions>
  <inkml:trace contextRef="#ctx0" brushRef="#br0">159 0 24575,'0'0'0,"-24"90"0,-11 52 0,4 4 0,6-3-1326,8-13 1705,9-16-569,8-18 624,7-17-558,5-16 406,2-15-345,2-15 95,2-13-32,-16-18 61,-1-1 0,1 0 0,0-1 0,-1 1 0,1 0 1,0 0-1,-1-1 0,1 1 0,0-1 0,2 1 0,20-3-253,5-11 288,4-9-96,3-11 0,3-11 0,0-8 0,-2-6 0,-4-3 0,-6 1 0,-8 6 0,-7 6 0,-6 8 0,-8 7 0,-7 9 0,8 23 0,-1-1 0,1 1 0,0-1 0,-1 1 0,1-1 0,-1 1 0,1 0 0,-1 0 0,-2-2 0,1 2 0,1 0 0,-1 1 0,1-1 0,-1 0 0,1 1 0,-1-1 0,1 1 0,-4 0 0,-28 7 0,-7 14 0,-6 12 0,0 9 0,0 6 0,4 5 0,3 1 0,8-2 0,6-5 0,8-7 0,7-11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5.1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9177.14063"/>
      <inkml:brushProperty name="anchorY" value="-63887.17188"/>
      <inkml:brushProperty name="scaleFactor" value="0.5"/>
    </inkml:brush>
  </inkml:definitions>
  <inkml:trace contextRef="#ctx0" brushRef="#br0">0 412 24575,'0'0'0,"54"-63"0,29-28 0,-7 10 0,-9 13 0,-15 18 0,-17 17 0,-13 14 0,-11 13 0,-10 6 0,-1 0 0,0 0 0,1 0 0,-1 0 0,0 0 0,0 0 0,0 0 0,0 0 0,0 0 0,0 0 0,1 0 0,-1 0 0,0 0 0,0 0 0,0 0 0,0 0 0,0 0 0,0 0 0,1 0 0,-1 0 0,0 0 0,0 1 0,0-1 0,0 0 0,0 0 0,0 0 0,0 0 0,0 0 0,0 0 0,0 0 0,0 1 0,1-1 0,-1 0 0,0 0 0,0 0 0,0 0 0,0 0 0,0 0 0,0 1 0,0-1 0,0 0 0,0 0 0,0 0 0,0 0 0,0 1 0,-1 11 0,-2 9 0,-3 6 0,-1 4 0,0 3 0,1 0 0,1-1 0,3-1 0,4-1 0,4 0 0,7 0 0,6 2 0,8 1 0,6 0 0,2 1 0,2-3 0,-1-1 0,-5-2 0,-4-3 0,-5-2 0,-6-1 0,-6 1 0,-6 1 0,-5 3 0,-4 0 0,-5-1 0,0-2 0,-1-4 0,3-3 0,1-6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4.8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854.42578"/>
      <inkml:brushProperty name="anchorY" value="-50437.5625"/>
      <inkml:brushProperty name="scaleFactor" value="0.5"/>
    </inkml:brush>
  </inkml:definitions>
  <inkml:trace contextRef="#ctx0" brushRef="#br0">939 1 24575,'0'0'0,"-6"6"0,-10 13 0,-20 10 0,-14 14 0,-7 3 0,-12 5 0,-8-1 0,1-3 0,-11 4 0,5-2 0,4-7 0,4-3 0,9-9 0,12-10 0,12-7 0,10-6 0,7-5 0,8-2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6.4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2069.29297"/>
      <inkml:brushProperty name="anchorY" value="-50134.92969"/>
      <inkml:brushProperty name="scaleFactor" value="0.5"/>
    </inkml:brush>
  </inkml:definitions>
  <inkml:trace contextRef="#ctx0" brushRef="#br0">0 1 24575,'0'0'0,"57"11"0,28 7 0,-4-2 0,-7 1 0,-9-1 0,-12-1 0,-9 0 0,-6 0 0,-4 0 0,-4 1 0,-2-1 0,0 1 0,-1-1 0,1 2 0,0 1 0,1 1 0,0 2 0,2 2 0,1 2 0,0 3 0,0 4 0,0 4 0,-2 5 0,-3 5 0,-5 7 0,-5 5 0,-6 3 0,-5 3 0,-5 0 0,-5 0 0,-4-2 0,-3-2 0,-4-4 0,-2-3 0,-1-6 0,-1-5 0,-1-5 0,0-5 0,0-5 0,-1-5 0,1-3 0,-1-4 0,-2-3 0,1-5 0,-2-4 0,-1-5 0,-1-5 0,-2-6 0,1-6 0,0-6 0,2-4 0,3-2 0,3-2 0,4 2 0,5 2 0,4 2 0,4 2 0,4 3 0,5 2 0,3 2 0,4 1 0,3 3 0,1 3 0,3 3 0,3 4 0,3 6 0,3 7 0,3 9 0,3 10 0,3 9 0,1 7 0,1 5 0,1 1 0,1 1 0,0-2 0,0-4 0,0-5 0,0-4 0,0-5 0,-1-5 0,1-3 0,-1-5 0,0-3 0,-9-5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5:56.89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292.625"/>
      <inkml:brushProperty name="anchorY" value="-52542.19531"/>
      <inkml:brushProperty name="scaleFactor" value="0.5"/>
    </inkml:brush>
  </inkml:definitions>
  <inkml:trace contextRef="#ctx0" brushRef="#br0">280 1 24575,'0'0'0,"-52"74"0,-19 55 0,8 20 0,14 10 0,17-6 0,20-20 0,27-133 0,-13 5 0,1 0 0,-1 0 0,1 0 0,1 0 0,-1-1 0,1 1 0,0-1 0,0 0 0,0 0 0,0 0 0,1 0 0,-1-1 0,1 0 0,0 0 0,0 0 0,0-1 0,11 4 0,-15 0 0,10-1 0,0-1 0,0-1 0,0 0 0,1 0 0,-1-1 0,1-1 0,21 1 0,-23 0 0,7-2 0,0-1 0,-1 0 0,1-2 0,24-6 0,-28 7 0,3-3 0,-1-1 0,1 0 0,26-16 0,-31 17 0,1-3 0,-1 0 0,0 0 0,0-2 0,10-11 0,-12 14 0,-2-2 0,1-1 0,-1 0 0,-1 0 0,8-15 0,-8 15 0,-1 0 0,-1-1 0,0-1 0,-1 1 0,2-12 0,-2 11 0,-2 0 0,1-1 0,-2 1 0,0-16 0,-1 13 0,0 0 0,-2 0 0,-3-15 0,1 12 0,-13-35 0,-14-12 0,-4 5 0,-3 9 0,-1 7 0,0 10 0,1 8 0,2 10 0,0 10 0,32 6 0,-1 1 0,1-1 0,0 1 0,-9 2 0,-14 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0.9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604.39844"/>
      <inkml:brushProperty name="anchorY" value="-55777.60938"/>
      <inkml:brushProperty name="scaleFactor" value="0.5"/>
    </inkml:brush>
  </inkml:definitions>
  <inkml:trace contextRef="#ctx0" brushRef="#br0">551 0 24575,'0'0'0,"-62"45"0,-32 24 0,4-2 0,5-5 0,11-9 0,13-8 0,12-7 0,14-10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1.58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207.46484"/>
      <inkml:brushProperty name="anchorY" value="-55337.13672"/>
      <inkml:brushProperty name="scaleFactor" value="0.5"/>
    </inkml:brush>
  </inkml:definitions>
  <inkml:trace contextRef="#ctx0" brushRef="#br0">1 0 24575,'0'0'0,"-1"86"0,3 49 0,2-2 0,2-4 0,4-15 0,1-20 0,2-20 0,0-18 0,0-18 0,0-14 0,2-10 0,4-9 0,6-10 0,6-9 0,6-13 0,12-26 0,1-11 0,-2-5 0,-6-1 0,-7 4 0,-8 6 0,-7 9 0,-6 7 0,-4 10 0,-5 8 0,-2 9 0,-1 6 0,-2 6 0,-1 8 0,-2 15 0,-2 26 0,-3 35 0,-3 36 0,-3 27 0,-2 18 0,-1 7 0,1-6-1205,3-14 1549,4-18-516,4-20 172,4-21 0,4-19 0,1-21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1.9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457.88281"/>
      <inkml:brushProperty name="anchorY" value="-57948.60938"/>
      <inkml:brushProperty name="scaleFactor" value="0.5"/>
    </inkml:brush>
  </inkml:definitions>
  <inkml:trace contextRef="#ctx0" brushRef="#br0">248 1 24575,'0'0'0,"-34"149"0,-21 94 0,4 9 0,7 2-5103,10-24 6561,13-34-2187,12-41 1675,11-37-1216,0-93 820,7 35 1,-7-47-643,1-2 0,8 23 0,-9-28 111,0-2 1,0 1 0,0-1 0,1 0-1,-1 0 1,5 5 0,-6-7-20,0 0 0,1-1 0,-1 1 0,1-1 0,0 1 0,-1-1 0,1 0 0,0 0 0,0 0 0,0 0 0,2 1 0,-3-1 220,1 0 0,0-1 0,0 1 0,0-1 1,-1 0-1,1 0 0,0 0 0,0 0 0,0 0 1,0 0-1,2-1 0,0 1-328,-1-1 0,0-1 1,0 1-1,1 0 0,-1-1 0,5-3 0,-2-1 340,0 1-1,-1 0 1,9-12 0,-4 1-311,14-28 1,12-47 156,-1-29-78,-2-21 0,-6-12 0,-6-7 0,-8 1 0,-7 1-755,-7 5 971,-4 6-324,-3 9 108,-1 14 0,1 30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2.3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6384.3125"/>
      <inkml:brushProperty name="anchorY" value="-58846.84375"/>
      <inkml:brushProperty name="scaleFactor" value="0.5"/>
    </inkml:brush>
  </inkml:definitions>
  <inkml:trace contextRef="#ctx0" brushRef="#br0">0 1 24575,'0'0'0,"33"87"0,20 42 0,1-6 0,-1-10 0,-2-19 0,-12-25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2.89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7513.96484"/>
      <inkml:brushProperty name="anchorY" value="-60308.3125"/>
      <inkml:brushProperty name="scaleFactor" value="0.5"/>
    </inkml:brush>
  </inkml:definitions>
  <inkml:trace contextRef="#ctx0" brushRef="#br0">164 1 24575,'0'0'0,"-26"83"0,-13 39 0,5-9 0,5-14 0,8-22 0,9-22 0,9-17 0,8-14 0,-4-22 0,-1 0 0,1-1 0,0 0 0,-1 0 0,1 0 0,0 0 0,0 0 0,0 0 0,0 0 0,0 0 0,2 2 0,17 6 0,8-4 0,7-3 0,5-2 0,4 0 0,1 0 0,-2 1 0,-3 3 0,-9-1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3.15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8539.16406"/>
      <inkml:brushProperty name="anchorY" value="-61806.71094"/>
      <inkml:brushProperty name="scaleFactor" value="0.5"/>
    </inkml:brush>
  </inkml:definitions>
  <inkml:trace contextRef="#ctx0" brushRef="#br0">0 133 24575,'0'0'0,"98"-36"0,47-15 0,-17 6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3.67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9756.96094"/>
      <inkml:brushProperty name="anchorY" value="-62520.69922"/>
      <inkml:brushProperty name="scaleFactor" value="0.5"/>
    </inkml:brush>
  </inkml:definitions>
  <inkml:trace contextRef="#ctx0" brushRef="#br0">271 415 24575,'0'0'0,"18"-74"0,11-31 0,4 13 0,-23 70 0,17-30 0,-23 45 0,1-1 0,1 1 0,0 0 0,12-13 0,-15 18 0,-1 0 0,1 0 0,0 0 0,0 0 0,0 1 0,0-1 0,0 1 0,1-1 0,-1 1 0,0 0 0,6-1 0,-7 2 0,1 0 0,0 0 0,0 0 0,0 0 0,0 1 0,0-1 0,0 1 0,0-1 0,0 1 0,-1 0 0,1 0 0,5 3 0,-3 0 0,0-1 0,0 1 0,0 0 0,-1 1 0,1-1 0,-1 1 0,4 5 0,1 4 0,-1 1 0,0-1 0,6 16 0,-1 6 0,9 39 0,5 68 0,-11 25 0,-12 13-835,-15 4 1074,-13-7-358,-12-16 119,-11-24 0,34-105 0,-28 46 0,30-59 0,-2 0 0,-21 24 0,24-32 0,-1-1 0,0 0 0,-18 14 0,20-18 0,-1 0 0,1-1 0,-1-1 0,-15 7 0,17-8 0,-2-1 0,1 0 0,0 0 0,-16 1 0,17-2 0,-1-2 0,0 1 0,0-1 0,-14-2 0,14 1 0,1-1 0,-1 0 0,1-1 0,-12-4 0,11 3 0,1 0 0,0-1 0,-16-11 0,16 10 208,0-1 1,0-1 0,-8-10 0,9 9-269,0-1 0,1 1 1,-6-12-1,8 11 90,-1-1 0,2 0-1,-4-12 1,5 13-30,1-1 0,-1 0 0,2-16 0,0 15 0,1 1 0,1-1 0,4-15 0,-2 14 0,0-1 0,12-21 0,-9 21 0,2 0 0,12-17 0,-9 17 0,26-26 0,-21 25 0,26-17 0,-24 19 0,28-13 0,-26 16 0,29-9 0,-28 12 0,30-4 0,-29 7 0,29 0 0,-29 4 0,29 3 0,23 11 0,-2 9 0,1 10 0,-1 11 0,0 11 0,-1 9 0,-13-9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6.37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658.03125"/>
      <inkml:brushProperty name="anchorY" value="-65152.60156"/>
      <inkml:brushProperty name="scaleFactor" value="0.5"/>
    </inkml:brush>
  </inkml:definitions>
  <inkml:trace contextRef="#ctx0" brushRef="#br0">171 0 24575,'0'0'0,"-31"74"0,-18 37 0,0-3 0,7-16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6.77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9640.39844"/>
      <inkml:brushProperty name="anchorY" value="-64690.5"/>
      <inkml:brushProperty name="scaleFactor" value="0.5"/>
    </inkml:brush>
  </inkml:definitions>
  <inkml:trace contextRef="#ctx0" brushRef="#br0">0 1 24575,'0'0'0,"16"100"0,10 67 0,0 12 0,-3 7-2655,-5-3 3413,-6-13-1137,-5-20 379,-4-21 552,-3-23-710,-2-20 745,-1-19-732,0-17 218,1-17-73,0-13 1353,1-10-1740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7.22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604.77344"/>
      <inkml:brushProperty name="anchorY" value="-67174.07813"/>
      <inkml:brushProperty name="scaleFactor" value="0.5"/>
    </inkml:brush>
  </inkml:definitions>
  <inkml:trace contextRef="#ctx0" brushRef="#br0">1 70 24575,'0'0'0,"74"-3"0,38-3 0,-4-2 0,-8-2 0,-18-1 0,-20 2 0,-20 0 0,-16 3 0,-13 1 0,-8 2 0,-4 4 0,-2 4 0,-1 10 0,-1 13 0,-2 13 0,-3 18 0,-4 21 0,-4 24 0,-3 15 0,-2 4 0,-2-6 0,1-9 0,0-10 0,3-8 0,2-11 0,5-10 0,3-17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7.52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1865.95703"/>
      <inkml:brushProperty name="anchorY" value="-69138.83594"/>
      <inkml:brushProperty name="scaleFactor" value="0.5"/>
    </inkml:brush>
  </inkml:definitions>
  <inkml:trace contextRef="#ctx0" brushRef="#br0">0 0 24575,'0'0'0,"33"93"0,19 52 0,0 4 0,0-2 0,-10-27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8.16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2943.66797"/>
      <inkml:brushProperty name="anchorY" value="-70638.92188"/>
      <inkml:brushProperty name="scaleFactor" value="0.5"/>
    </inkml:brush>
  </inkml:definitions>
  <inkml:trace contextRef="#ctx0" brushRef="#br0">0 1326 24575,'0'0'0,"8"-106"0,9-58 0,9 2 0,10 4-1913,9 14 2460,8 17-820,6 19 273,3 15 620,2 15-797,0 14 582,-40 46-451,33-20 1,-36 25 68,34-14-1,-38 19-22,37-9 0,-46 43 0,-4-22 0,1 1 0,0-1 0,-1 1 0,0 0 0,0 0 0,4 7 0,4 9 0,17 40 0,-12-21 0,30 117 0,-3 75-882,-23-1 1134,-21-26-378,-16-36 126,10-130-177,-17 55 0,17-70 210,-2-1 1,-15 28 0,17-35-51,-2-1 0,-18 26 0,20-32 17,-1 0 0,-1 0 0,-13 12 0,15-15 0,-1 0 0,1-1 0,-1 0 0,-9 4 0,10-5 0,0-1 0,0 0 0,-1-1 0,-7 3 0,-22 1 1829,3-9-2352,4-10 1169,4-9-756,5-8 165,6-9-55,9-5 0,8-4 0,11-2 0,8 3 0,11 3 0,8 5 0,6 7 0,6 7 0,4 7 0,3 9 0,1 11 0,0 10 0,-45-7 0,29 13 0,-28-9 0,25 17 0,15 19 0,-3 9 0,-2 9 0,-3 6 0,-6 5 0,-4-2 0,-6-5 0,-4-6 0,-8-15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8.50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5206.38281"/>
      <inkml:brushProperty name="anchorY" value="-71907.40625"/>
      <inkml:brushProperty name="scaleFactor" value="0.5"/>
    </inkml:brush>
  </inkml:definitions>
  <inkml:trace contextRef="#ctx0" brushRef="#br0">1 0 24575,'0'0'0,"30"91"0,20 48 0,3-6 0,2-9 0,-1-19 0,-4-22 0,-4-22 0,-4-18 0,-5-16 0,-6-10 0,-6-7 0,-5-5 0,-6-3 0,-6 2 0,-6 4 0,-9 6 0,-10 8 0,-10 8 0,0-3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8.69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6492.39063"/>
      <inkml:brushProperty name="anchorY" value="-73698.61719"/>
      <inkml:brushProperty name="scaleFactor" value="0.5"/>
    </inkml:brush>
  </inkml:definitions>
  <inkml:trace contextRef="#ctx0" brushRef="#br0">0 646 24575,'0'0'0,"67"-91"0,39-45 0,0 5 0,-4 12-1880,-11 21 2417,-21 28-806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9.36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7880.73047"/>
      <inkml:brushProperty name="anchorY" value="-73900.23438"/>
      <inkml:brushProperty name="scaleFactor" value="0.5"/>
    </inkml:brush>
  </inkml:definitions>
  <inkml:trace contextRef="#ctx0" brushRef="#br0">0 1 24575,'0'0'0,"36"64"0,20 34 0,-2-2 0,-2-3 0,-6-9 0,-7-11 0,-5-9 0,-4-8 0,-4-3 0,-2 5 0,2 11 0,-6-11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09.97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9169.89844"/>
      <inkml:brushProperty name="anchorY" value="-75613.14844"/>
      <inkml:brushProperty name="scaleFactor" value="0.5"/>
    </inkml:brush>
  </inkml:definitions>
  <inkml:trace contextRef="#ctx0" brushRef="#br0">0 209 24575,'0'0'0,"82"-24"0,53-20 0,-6 2 0,-12 5 0,-23 8 0,-27 11 0,-24 7 0,-16 8 0,-13 7 0,-6 6 0,-5 8 0,-1 9 0,-2 8 0,-2 10 0,-2 10 0,-3 7 0,-5 12 0,-6 15 0,-5 17 0,-6 15 0,-6 7 0,-2 2 0,-1-5 0,2-10 0,8-25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14.5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0468.42188"/>
      <inkml:brushProperty name="anchorY" value="-77485.24219"/>
      <inkml:brushProperty name="scaleFactor" value="0.5"/>
    </inkml:brush>
  </inkml:definitions>
  <inkml:trace contextRef="#ctx0" brushRef="#br0">177 1 24575,'0'0'0,"48"29"0,25 19 0,-5-1 0,-8-2 0,-11-5 0,-13-6 0,-10-5 0,-9-4 0,-4-1 0,-5 0 0,-3-1 0,-1 1 0,-2 1 0,-2 5 0,-4 0 0,-4 0 0,-3-1 0,-4-1 0,-5-2 0,-4-1 0,-3-1 0,-5-2 0,-2-1 0,-4-1 0,-2-3 0,-1-2 0,-1-3 0,1-3 0,0-3 0,3-2 0,3-3 0,3 0 0,6-2 0,4 0 0,8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24.88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8176.0625"/>
      <inkml:brushProperty name="anchorY" value="-77317.34375"/>
      <inkml:brushProperty name="scaleFactor" value="0.5"/>
    </inkml:brush>
  </inkml:definitions>
  <inkml:trace contextRef="#ctx0" brushRef="#br0">0 1 24575,'0'0'0,"65"47"0,35 27 0,-5-2 0,-5-2 0,-20-15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25.4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9442.50781"/>
      <inkml:brushProperty name="anchorY" value="-78481.67188"/>
      <inkml:brushProperty name="scaleFactor" value="0.5"/>
    </inkml:brush>
  </inkml:definitions>
  <inkml:trace contextRef="#ctx0" brushRef="#br0">84 0 24575,'0'0'0,"-15"92"0,-7 48 0,4-3 0,3-9 0,5-18 0,6-21 0,6-22 0,4-18 0,4-16 0,5-11 0,5-9 0,7-7 0,5-7 0,5-7 0,6-10 0,2-10 0,1-9 0,-1-7 0,-3-7 0,-5-2 0,-5-1 0,-5 0 0,-4 3 0,-4 4 0,-4 7 0,-4 6 0,-3 9 0,-4 7 0,-1 8 0,-4 8 0,-3 11 0,-5 18 0,-6 28 0,-6 33 0,-6 31 0,-4 23 0,-2 12 0,2 5 0,2-2 0,5-8 0,5-14 0,5-12 0,6-11 0,3-12 0,4-15 0,3-14 0,2-15 0,4-15 0,3-13 0,-9-26 0,-1 0 0,0-1 0,0 1 0,0-1 0,1 0 0,-1 1 0,1-1 0,-1 0 0,1 0 0,2 1 0,-2-1 0,1 0 0,-1-1 0,0 1 0,0-1 0,0 1 0,1-1 0,-1 0 0,0 0 0,4 0 0,28-9 0,10-13 0,-6-1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25.8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0667.17969"/>
      <inkml:brushProperty name="anchorY" value="-81414.82813"/>
      <inkml:brushProperty name="scaleFactor" value="0.5"/>
    </inkml:brush>
  </inkml:definitions>
  <inkml:trace contextRef="#ctx0" brushRef="#br0">349 1 24575,'0'0'0,"-54"60"0,-26 33 0,9-1 0,10-4 0,16-8 0,37-63 0,-11 35 0,16-42 0,1-1 0,0 1 0,-1 19 0,2-22 0,1 0 0,0 0 0,1-1 0,0 1 0,2 9 0,-1-10 0,0 0 0,0 0 0,1 0 0,-1-1 0,7 9 0,-5-7 0,1-1 0,0 1 0,0-2 0,8 8 0,30 20 0,11-3 0,7-1 0,7 0 0,19 12 0,2 7 0,-3 6 0,-7 4 0,-11 2 0,-12-1 0,-13-1 0,-36-45 0,0-1 0,7 21 0,-11-23 0,0 0 0,0 0 0,1 19 0,-3-18 0,-1-1 0,-1 0 0,-2 21 0,0-18 0,0-1 0,-1 1 0,-5 13 0,2-10 0,-19 31 0,-18 15 0,-9-6 0,-7-5 0,-5-6 0,-4-8 0,-2-8 0,0-9 0,-1-9 0,52-10 0,-31-3 0,33 0 0,-33-8 0,-4-5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26.03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9548.65625"/>
      <inkml:brushProperty name="anchorY" value="-82327.14063"/>
      <inkml:brushProperty name="scaleFactor" value="0.5"/>
    </inkml:brush>
  </inkml:definitions>
  <inkml:trace contextRef="#ctx0" brushRef="#br0">0 5 24575,'0'0'0,"74"0"0,46 0 0,0 0 0,4 0 0,-3 0 0,-5 0 0,-7-2 0,-25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20:26:28.4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1262.9375"/>
      <inkml:brushProperty name="anchorY" value="-83169.64844"/>
      <inkml:brushProperty name="scaleFactor" value="0.5"/>
    </inkml:brush>
  </inkml:definitions>
  <inkml:trace contextRef="#ctx0" brushRef="#br0">0 212 24575,'0'0'0,"3"0"0,5 0 0,-1 4 0,4 0 0,1 0 0,2 2 0,6 0 0,1-1 0,0-2 0,1 0 0,-2-2 0,0 4 0,-1-2 0,6 1 0,1-1 0,-1-1 0,2-1 0,-1-4 0,-2-4 0,-5-4 0,-5-3 0,-2-2 0,-4-6 0,4 4 0,2-1 0,-1 1 0,-3 1 0,-3-1 0,1 4 0,-2 0 0,-1 0 0,-2-1 0,-2 0 0,-3-2 0,-2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1.xml"/><Relationship Id="rId21" Type="http://schemas.openxmlformats.org/officeDocument/2006/relationships/image" Target="../media/image58.png"/><Relationship Id="rId42" Type="http://schemas.openxmlformats.org/officeDocument/2006/relationships/customXml" Target="../ink/ink69.xml"/><Relationship Id="rId47" Type="http://schemas.openxmlformats.org/officeDocument/2006/relationships/image" Target="../media/image71.png"/><Relationship Id="rId63" Type="http://schemas.openxmlformats.org/officeDocument/2006/relationships/image" Target="../media/image79.png"/><Relationship Id="rId68" Type="http://schemas.openxmlformats.org/officeDocument/2006/relationships/customXml" Target="../ink/ink82.xml"/><Relationship Id="rId7" Type="http://schemas.openxmlformats.org/officeDocument/2006/relationships/image" Target="../media/image51.png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29" Type="http://schemas.openxmlformats.org/officeDocument/2006/relationships/image" Target="../media/image62.png"/><Relationship Id="rId11" Type="http://schemas.openxmlformats.org/officeDocument/2006/relationships/image" Target="../media/image53.png"/><Relationship Id="rId24" Type="http://schemas.openxmlformats.org/officeDocument/2006/relationships/customXml" Target="../ink/ink60.xml"/><Relationship Id="rId32" Type="http://schemas.openxmlformats.org/officeDocument/2006/relationships/customXml" Target="../ink/ink64.xml"/><Relationship Id="rId37" Type="http://schemas.openxmlformats.org/officeDocument/2006/relationships/image" Target="../media/image66.png"/><Relationship Id="rId40" Type="http://schemas.openxmlformats.org/officeDocument/2006/relationships/customXml" Target="../ink/ink68.xml"/><Relationship Id="rId45" Type="http://schemas.openxmlformats.org/officeDocument/2006/relationships/image" Target="../media/image70.png"/><Relationship Id="rId53" Type="http://schemas.openxmlformats.org/officeDocument/2006/relationships/image" Target="../media/image74.png"/><Relationship Id="rId58" Type="http://schemas.openxmlformats.org/officeDocument/2006/relationships/customXml" Target="../ink/ink77.xml"/><Relationship Id="rId66" Type="http://schemas.openxmlformats.org/officeDocument/2006/relationships/customXml" Target="../ink/ink81.xml"/><Relationship Id="rId5" Type="http://schemas.openxmlformats.org/officeDocument/2006/relationships/image" Target="../media/image50.png"/><Relationship Id="rId61" Type="http://schemas.openxmlformats.org/officeDocument/2006/relationships/image" Target="../media/image78.png"/><Relationship Id="rId19" Type="http://schemas.openxmlformats.org/officeDocument/2006/relationships/image" Target="../media/image57.png"/><Relationship Id="rId14" Type="http://schemas.openxmlformats.org/officeDocument/2006/relationships/customXml" Target="../ink/ink55.xml"/><Relationship Id="rId22" Type="http://schemas.openxmlformats.org/officeDocument/2006/relationships/customXml" Target="../ink/ink59.xml"/><Relationship Id="rId27" Type="http://schemas.openxmlformats.org/officeDocument/2006/relationships/image" Target="../media/image61.png"/><Relationship Id="rId30" Type="http://schemas.openxmlformats.org/officeDocument/2006/relationships/customXml" Target="../ink/ink63.xml"/><Relationship Id="rId35" Type="http://schemas.openxmlformats.org/officeDocument/2006/relationships/image" Target="../media/image65.png"/><Relationship Id="rId43" Type="http://schemas.openxmlformats.org/officeDocument/2006/relationships/image" Target="../media/image69.png"/><Relationship Id="rId48" Type="http://schemas.openxmlformats.org/officeDocument/2006/relationships/customXml" Target="../ink/ink72.xml"/><Relationship Id="rId56" Type="http://schemas.openxmlformats.org/officeDocument/2006/relationships/customXml" Target="../ink/ink76.xml"/><Relationship Id="rId64" Type="http://schemas.openxmlformats.org/officeDocument/2006/relationships/customXml" Target="../ink/ink80.xml"/><Relationship Id="rId69" Type="http://schemas.openxmlformats.org/officeDocument/2006/relationships/image" Target="../media/image82.png"/><Relationship Id="rId8" Type="http://schemas.openxmlformats.org/officeDocument/2006/relationships/customXml" Target="../ink/ink52.xml"/><Relationship Id="rId51" Type="http://schemas.openxmlformats.org/officeDocument/2006/relationships/image" Target="../media/image73.png"/><Relationship Id="rId3" Type="http://schemas.openxmlformats.org/officeDocument/2006/relationships/image" Target="../media/image49.png"/><Relationship Id="rId12" Type="http://schemas.openxmlformats.org/officeDocument/2006/relationships/customXml" Target="../ink/ink54.xml"/><Relationship Id="rId17" Type="http://schemas.openxmlformats.org/officeDocument/2006/relationships/image" Target="../media/image56.png"/><Relationship Id="rId25" Type="http://schemas.openxmlformats.org/officeDocument/2006/relationships/image" Target="../media/image60.png"/><Relationship Id="rId33" Type="http://schemas.openxmlformats.org/officeDocument/2006/relationships/image" Target="../media/image64.png"/><Relationship Id="rId38" Type="http://schemas.openxmlformats.org/officeDocument/2006/relationships/customXml" Target="../ink/ink67.xml"/><Relationship Id="rId46" Type="http://schemas.openxmlformats.org/officeDocument/2006/relationships/customXml" Target="../ink/ink71.xml"/><Relationship Id="rId59" Type="http://schemas.openxmlformats.org/officeDocument/2006/relationships/image" Target="../media/image77.png"/><Relationship Id="rId67" Type="http://schemas.openxmlformats.org/officeDocument/2006/relationships/image" Target="../media/image81.png"/><Relationship Id="rId20" Type="http://schemas.openxmlformats.org/officeDocument/2006/relationships/customXml" Target="../ink/ink58.xml"/><Relationship Id="rId41" Type="http://schemas.openxmlformats.org/officeDocument/2006/relationships/image" Target="../media/image68.png"/><Relationship Id="rId54" Type="http://schemas.openxmlformats.org/officeDocument/2006/relationships/customXml" Target="../ink/ink75.xml"/><Relationship Id="rId62" Type="http://schemas.openxmlformats.org/officeDocument/2006/relationships/customXml" Target="../ink/ink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.xml"/><Relationship Id="rId15" Type="http://schemas.openxmlformats.org/officeDocument/2006/relationships/image" Target="../media/image55.png"/><Relationship Id="rId23" Type="http://schemas.openxmlformats.org/officeDocument/2006/relationships/image" Target="../media/image59.png"/><Relationship Id="rId28" Type="http://schemas.openxmlformats.org/officeDocument/2006/relationships/customXml" Target="../ink/ink62.xml"/><Relationship Id="rId36" Type="http://schemas.openxmlformats.org/officeDocument/2006/relationships/customXml" Target="../ink/ink66.xml"/><Relationship Id="rId49" Type="http://schemas.openxmlformats.org/officeDocument/2006/relationships/image" Target="../media/image72.png"/><Relationship Id="rId57" Type="http://schemas.openxmlformats.org/officeDocument/2006/relationships/image" Target="../media/image76.png"/><Relationship Id="rId10" Type="http://schemas.openxmlformats.org/officeDocument/2006/relationships/customXml" Target="../ink/ink53.xml"/><Relationship Id="rId31" Type="http://schemas.openxmlformats.org/officeDocument/2006/relationships/image" Target="../media/image63.png"/><Relationship Id="rId44" Type="http://schemas.openxmlformats.org/officeDocument/2006/relationships/customXml" Target="../ink/ink70.xml"/><Relationship Id="rId52" Type="http://schemas.openxmlformats.org/officeDocument/2006/relationships/customXml" Target="../ink/ink74.xml"/><Relationship Id="rId60" Type="http://schemas.openxmlformats.org/officeDocument/2006/relationships/customXml" Target="../ink/ink78.xml"/><Relationship Id="rId65" Type="http://schemas.openxmlformats.org/officeDocument/2006/relationships/image" Target="../media/image80.png"/><Relationship Id="rId4" Type="http://schemas.openxmlformats.org/officeDocument/2006/relationships/customXml" Target="../ink/ink50.xml"/><Relationship Id="rId9" Type="http://schemas.openxmlformats.org/officeDocument/2006/relationships/image" Target="../media/image52.png"/><Relationship Id="rId13" Type="http://schemas.openxmlformats.org/officeDocument/2006/relationships/image" Target="../media/image54.png"/><Relationship Id="rId18" Type="http://schemas.openxmlformats.org/officeDocument/2006/relationships/customXml" Target="../ink/ink57.xml"/><Relationship Id="rId39" Type="http://schemas.openxmlformats.org/officeDocument/2006/relationships/image" Target="../media/image67.png"/><Relationship Id="rId34" Type="http://schemas.openxmlformats.org/officeDocument/2006/relationships/customXml" Target="../ink/ink65.xml"/><Relationship Id="rId50" Type="http://schemas.openxmlformats.org/officeDocument/2006/relationships/customXml" Target="../ink/ink73.xml"/><Relationship Id="rId55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       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     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	 	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ADE25C9-3FD5-E8E3-536B-1C2FB1BE6AF4}"/>
              </a:ext>
            </a:extLst>
          </p:cNvPr>
          <p:cNvSpPr txBox="1"/>
          <p:nvPr/>
        </p:nvSpPr>
        <p:spPr>
          <a:xfrm>
            <a:off x="4694159" y="3398141"/>
            <a:ext cx="36797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dirty="0"/>
              <a:t>16, 34, 35, 38, 39, 41, 44, 45, 55, 63, 64, 65, 72</a:t>
            </a:r>
          </a:p>
          <a:p>
            <a:pPr marL="342900" indent="-342900">
              <a:buAutoNum type="alphaLcParenR"/>
            </a:pPr>
            <a:r>
              <a:rPr lang="en-US" dirty="0"/>
              <a:t>45, 38, 34, 16, 35, 41, 39, 44, 65, 63, 55, 64, 72</a:t>
            </a:r>
          </a:p>
          <a:p>
            <a:pPr marL="342900" indent="-342900">
              <a:buAutoNum type="alphaLcParenR"/>
            </a:pPr>
            <a:r>
              <a:rPr lang="en-US" dirty="0"/>
              <a:t>16, 35, 34, 39, 41, 44, 38, 55, 64, 63, 72, 65, 45</a:t>
            </a:r>
          </a:p>
          <a:p>
            <a:pPr marL="342900" indent="-342900">
              <a:buAutoNum type="alphaLcParenR"/>
            </a:pPr>
            <a:r>
              <a:rPr lang="en-US" dirty="0"/>
              <a:t>The height is 4. The nodes on level 2 are 38 and 65.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228600" indent="-228600">
              <a:buAutoNum type="alphaLcParenBoth" startAt="4"/>
            </a:pPr>
            <a:endParaRPr lang="en-US" sz="1200" dirty="0">
              <a:latin typeface="Times New Roman" pitchFamily="18" charset="0"/>
            </a:endParaRP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0BBE19D-34B3-00DA-6C66-7866E3E79ABF}"/>
              </a:ext>
            </a:extLst>
          </p:cNvPr>
          <p:cNvSpPr txBox="1"/>
          <p:nvPr/>
        </p:nvSpPr>
        <p:spPr>
          <a:xfrm>
            <a:off x="5562600" y="1589088"/>
            <a:ext cx="2819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dirty="0"/>
              <a:t>48 – 7 % 2 / 24 * 18 – 5 * 2 + 12</a:t>
            </a:r>
          </a:p>
          <a:p>
            <a:pPr marL="342900" indent="-342900">
              <a:buAutoNum type="alphaLcParenR"/>
            </a:pPr>
            <a:r>
              <a:rPr lang="en-US" dirty="0"/>
              <a:t>48 7 2 % - 24 / 18 5 2 * - 12 + *</a:t>
            </a:r>
          </a:p>
          <a:p>
            <a:pPr marL="342900" indent="-342900">
              <a:buAutoNum type="alphaLcParenR"/>
            </a:pPr>
            <a:r>
              <a:rPr lang="en-US" dirty="0"/>
              <a:t>50</a:t>
            </a:r>
          </a:p>
          <a:p>
            <a:pPr marL="342900" indent="-342900">
              <a:buAutoNum type="alphaLcParenR"/>
            </a:pPr>
            <a:r>
              <a:rPr lang="en-US" dirty="0"/>
              <a:t>49.25</a:t>
            </a:r>
          </a:p>
          <a:p>
            <a:pPr marL="342900" indent="-342900">
              <a:buAutoNum type="alphaLcParenR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DEBB26-5DCA-C058-15CE-8006EC09B0BD}"/>
              </a:ext>
            </a:extLst>
          </p:cNvPr>
          <p:cNvGrpSpPr/>
          <p:nvPr/>
        </p:nvGrpSpPr>
        <p:grpSpPr>
          <a:xfrm>
            <a:off x="1641757" y="1858082"/>
            <a:ext cx="207000" cy="282240"/>
            <a:chOff x="1641757" y="1858082"/>
            <a:chExt cx="207000" cy="2822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238DAC-E2C2-C44E-9D08-7C4C77084A76}"/>
                    </a:ext>
                  </a:extLst>
                </p14:cNvPr>
                <p14:cNvContentPartPr/>
                <p14:nvPr/>
              </p14:nvContentPartPr>
              <p14:xfrm>
                <a:off x="1641757" y="1912442"/>
                <a:ext cx="78120" cy="227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238DAC-E2C2-C44E-9D08-7C4C77084A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32757" y="1903442"/>
                  <a:ext cx="95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154ECB-C448-481D-8080-9A18B78B39D3}"/>
                    </a:ext>
                  </a:extLst>
                </p14:cNvPr>
                <p14:cNvContentPartPr/>
                <p14:nvPr/>
              </p14:nvContentPartPr>
              <p14:xfrm>
                <a:off x="1770637" y="1873562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154ECB-C448-481D-8080-9A18B78B39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61637" y="18649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737A5D-498A-9F1D-D4F4-CD2AC6233C2A}"/>
                    </a:ext>
                  </a:extLst>
                </p14:cNvPr>
                <p14:cNvContentPartPr/>
                <p14:nvPr/>
              </p14:nvContentPartPr>
              <p14:xfrm>
                <a:off x="1763077" y="1858082"/>
                <a:ext cx="85680" cy="263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737A5D-498A-9F1D-D4F4-CD2AC6233C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4077" y="1849082"/>
                  <a:ext cx="10332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103705-5115-A68F-A799-C146E74DB6FA}"/>
              </a:ext>
            </a:extLst>
          </p:cNvPr>
          <p:cNvGrpSpPr/>
          <p:nvPr/>
        </p:nvGrpSpPr>
        <p:grpSpPr>
          <a:xfrm>
            <a:off x="1584157" y="2163362"/>
            <a:ext cx="412560" cy="536040"/>
            <a:chOff x="1584157" y="2163362"/>
            <a:chExt cx="412560" cy="5360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6ACF3E3-ECA6-CAC9-26FC-C70C0930B9F2}"/>
                    </a:ext>
                  </a:extLst>
                </p14:cNvPr>
                <p14:cNvContentPartPr/>
                <p14:nvPr/>
              </p14:nvContentPartPr>
              <p14:xfrm>
                <a:off x="1615477" y="2240762"/>
                <a:ext cx="160560" cy="172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6ACF3E3-ECA6-CAC9-26FC-C70C0930B9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06477" y="2232122"/>
                  <a:ext cx="178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5EC578E-3C72-68DF-CA33-B8F4510D009D}"/>
                    </a:ext>
                  </a:extLst>
                </p14:cNvPr>
                <p14:cNvContentPartPr/>
                <p14:nvPr/>
              </p14:nvContentPartPr>
              <p14:xfrm>
                <a:off x="1860637" y="2163362"/>
                <a:ext cx="136080" cy="258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5EC578E-3C72-68DF-CA33-B8F4510D00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1997" y="2154362"/>
                  <a:ext cx="1537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D8787C-845F-852A-3725-B2F7B59045F3}"/>
                    </a:ext>
                  </a:extLst>
                </p14:cNvPr>
                <p14:cNvContentPartPr/>
                <p14:nvPr/>
              </p14:nvContentPartPr>
              <p14:xfrm>
                <a:off x="1584157" y="2510042"/>
                <a:ext cx="182160" cy="189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D8787C-845F-852A-3725-B2F7B59045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75157" y="2501402"/>
                  <a:ext cx="199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F1D29F-F688-70A9-865A-5566722E078C}"/>
                    </a:ext>
                  </a:extLst>
                </p14:cNvPr>
                <p14:cNvContentPartPr/>
                <p14:nvPr/>
              </p14:nvContentPartPr>
              <p14:xfrm>
                <a:off x="1809157" y="2524082"/>
                <a:ext cx="53280" cy="16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F1D29F-F688-70A9-865A-5566722E07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00517" y="2515442"/>
                  <a:ext cx="7092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B5CE6C-6330-484D-9696-0C71EAB87579}"/>
              </a:ext>
            </a:extLst>
          </p:cNvPr>
          <p:cNvGrpSpPr/>
          <p:nvPr/>
        </p:nvGrpSpPr>
        <p:grpSpPr>
          <a:xfrm>
            <a:off x="1555717" y="2854922"/>
            <a:ext cx="481680" cy="1729800"/>
            <a:chOff x="1555717" y="2854922"/>
            <a:chExt cx="481680" cy="17298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9F2FE54-1B6C-1E21-712C-C94E6736A924}"/>
                    </a:ext>
                  </a:extLst>
                </p14:cNvPr>
                <p14:cNvContentPartPr/>
                <p14:nvPr/>
              </p14:nvContentPartPr>
              <p14:xfrm>
                <a:off x="1590277" y="2854922"/>
                <a:ext cx="109440" cy="13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F2FE54-1B6C-1E21-712C-C94E6736A9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81277" y="2846282"/>
                  <a:ext cx="1270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C5BA81-88F1-44AC-01E1-C791C36A571E}"/>
                    </a:ext>
                  </a:extLst>
                </p14:cNvPr>
                <p14:cNvContentPartPr/>
                <p14:nvPr/>
              </p14:nvContentPartPr>
              <p14:xfrm>
                <a:off x="1597117" y="3194402"/>
                <a:ext cx="128160" cy="122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C5BA81-88F1-44AC-01E1-C791C36A571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88117" y="3185402"/>
                  <a:ext cx="145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901743-9E17-FD93-7BD1-E3D2D3ECD26E}"/>
                    </a:ext>
                  </a:extLst>
                </p14:cNvPr>
                <p14:cNvContentPartPr/>
                <p14:nvPr/>
              </p14:nvContentPartPr>
              <p14:xfrm>
                <a:off x="1757677" y="3140762"/>
                <a:ext cx="71640" cy="134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901743-9E17-FD93-7BD1-E3D2D3ECD2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49037" y="3131762"/>
                  <a:ext cx="892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02337A-90C7-C8D7-0AD6-3EE4AAB0085C}"/>
                    </a:ext>
                  </a:extLst>
                </p14:cNvPr>
                <p14:cNvContentPartPr/>
                <p14:nvPr/>
              </p14:nvContentPartPr>
              <p14:xfrm>
                <a:off x="1905997" y="3052202"/>
                <a:ext cx="13320" cy="264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02337A-90C7-C8D7-0AD6-3EE4AAB008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97357" y="3043202"/>
                  <a:ext cx="309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BB4BCF-A9AA-1BC0-0175-C1BF3A4090A4}"/>
                    </a:ext>
                  </a:extLst>
                </p14:cNvPr>
                <p14:cNvContentPartPr/>
                <p14:nvPr/>
              </p14:nvContentPartPr>
              <p14:xfrm>
                <a:off x="2011837" y="3013322"/>
                <a:ext cx="17280" cy="242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BB4BCF-A9AA-1BC0-0175-C1BF3A4090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02837" y="3004682"/>
                  <a:ext cx="34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3D893B-B603-B5C8-F4F7-4C4BCCC514EC}"/>
                    </a:ext>
                  </a:extLst>
                </p14:cNvPr>
                <p14:cNvContentPartPr/>
                <p14:nvPr/>
              </p14:nvContentPartPr>
              <p14:xfrm>
                <a:off x="1594957" y="3380882"/>
                <a:ext cx="59760" cy="431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3D893B-B603-B5C8-F4F7-4C4BCCC514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85957" y="3371882"/>
                  <a:ext cx="774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6135E4-67C9-0FB0-E0CE-CA8997C52C96}"/>
                    </a:ext>
                  </a:extLst>
                </p14:cNvPr>
                <p14:cNvContentPartPr/>
                <p14:nvPr/>
              </p14:nvContentPartPr>
              <p14:xfrm>
                <a:off x="1701157" y="3393842"/>
                <a:ext cx="191160" cy="256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6135E4-67C9-0FB0-E0CE-CA8997C52C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92157" y="3384842"/>
                  <a:ext cx="208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F78F97-053C-BB73-42B3-3EBD9F7A34FE}"/>
                    </a:ext>
                  </a:extLst>
                </p14:cNvPr>
                <p14:cNvContentPartPr/>
                <p14:nvPr/>
              </p14:nvContentPartPr>
              <p14:xfrm>
                <a:off x="1680637" y="3663842"/>
                <a:ext cx="206640" cy="278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F78F97-053C-BB73-42B3-3EBD9F7A34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71637" y="3655202"/>
                  <a:ext cx="224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4ACDB13-F709-D13C-CB2A-CB87A8523512}"/>
                    </a:ext>
                  </a:extLst>
                </p14:cNvPr>
                <p14:cNvContentPartPr/>
                <p14:nvPr/>
              </p14:nvContentPartPr>
              <p14:xfrm>
                <a:off x="1615837" y="4043642"/>
                <a:ext cx="6840" cy="113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4ACDB13-F709-D13C-CB2A-CB87A85235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07197" y="4035002"/>
                  <a:ext cx="24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7AA2DE3-B7D9-5035-7897-990434E3CB07}"/>
                    </a:ext>
                  </a:extLst>
                </p14:cNvPr>
                <p14:cNvContentPartPr/>
                <p14:nvPr/>
              </p14:nvContentPartPr>
              <p14:xfrm>
                <a:off x="1601797" y="3985322"/>
                <a:ext cx="105120" cy="181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7AA2DE3-B7D9-5035-7897-990434E3CB0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93157" y="3976682"/>
                  <a:ext cx="122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636C705-A155-995E-9119-D676C61114CE}"/>
                    </a:ext>
                  </a:extLst>
                </p14:cNvPr>
                <p14:cNvContentPartPr/>
                <p14:nvPr/>
              </p14:nvContentPartPr>
              <p14:xfrm>
                <a:off x="1809157" y="3995402"/>
                <a:ext cx="26640" cy="18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636C705-A155-995E-9119-D676C61114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00517" y="3986402"/>
                  <a:ext cx="44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4F2601A-37B2-F19B-3617-B35D52A44E2B}"/>
                    </a:ext>
                  </a:extLst>
                </p14:cNvPr>
                <p14:cNvContentPartPr/>
                <p14:nvPr/>
              </p14:nvContentPartPr>
              <p14:xfrm>
                <a:off x="1957117" y="3979562"/>
                <a:ext cx="26640" cy="276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4F2601A-37B2-F19B-3617-B35D52A44E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48117" y="3970562"/>
                  <a:ext cx="442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2C0F34-918A-A9F9-FF78-6EC9572FDEAD}"/>
                    </a:ext>
                  </a:extLst>
                </p14:cNvPr>
                <p14:cNvContentPartPr/>
                <p14:nvPr/>
              </p14:nvContentPartPr>
              <p14:xfrm>
                <a:off x="2012557" y="3966602"/>
                <a:ext cx="24840" cy="351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2C0F34-918A-A9F9-FF78-6EC9572FDEA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03557" y="3957962"/>
                  <a:ext cx="424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95F9DC-2EB7-389A-B547-F4FFF93E6F3C}"/>
                    </a:ext>
                  </a:extLst>
                </p14:cNvPr>
                <p14:cNvContentPartPr/>
                <p14:nvPr/>
              </p14:nvContentPartPr>
              <p14:xfrm>
                <a:off x="1555717" y="4314362"/>
                <a:ext cx="261000" cy="270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95F9DC-2EB7-389A-B547-F4FFF93E6F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47077" y="4305362"/>
                  <a:ext cx="278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2B8DC4-7757-DEBB-9795-25471BE40FB3}"/>
                    </a:ext>
                  </a:extLst>
                </p14:cNvPr>
                <p14:cNvContentPartPr/>
                <p14:nvPr/>
              </p14:nvContentPartPr>
              <p14:xfrm>
                <a:off x="1674157" y="4347842"/>
                <a:ext cx="12600" cy="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2B8DC4-7757-DEBB-9795-25471BE40FB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65517" y="4338842"/>
                  <a:ext cx="30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713474-EDDB-F686-5588-0A45B3A86D2C}"/>
                    </a:ext>
                  </a:extLst>
                </p14:cNvPr>
                <p14:cNvContentPartPr/>
                <p14:nvPr/>
              </p14:nvContentPartPr>
              <p14:xfrm>
                <a:off x="1680277" y="4346402"/>
                <a:ext cx="12780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713474-EDDB-F686-5588-0A45B3A86D2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71637" y="4337402"/>
                  <a:ext cx="145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E5C3A46-3CD6-B778-3595-657E543CA1A6}"/>
                    </a:ext>
                  </a:extLst>
                </p14:cNvPr>
                <p14:cNvContentPartPr/>
                <p14:nvPr/>
              </p14:nvContentPartPr>
              <p14:xfrm>
                <a:off x="1912117" y="4378442"/>
                <a:ext cx="7200" cy="199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E5C3A46-3CD6-B778-3595-657E543CA1A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03477" y="4369802"/>
                  <a:ext cx="2484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7739287-E1E1-80FA-942B-15612556E5FD}"/>
              </a:ext>
            </a:extLst>
          </p:cNvPr>
          <p:cNvGrpSpPr/>
          <p:nvPr/>
        </p:nvGrpSpPr>
        <p:grpSpPr>
          <a:xfrm>
            <a:off x="1518637" y="4578120"/>
            <a:ext cx="478080" cy="894960"/>
            <a:chOff x="1518637" y="4578120"/>
            <a:chExt cx="478080" cy="894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04EB97-D27E-924E-4FC1-FE443B5F57BE}"/>
                    </a:ext>
                  </a:extLst>
                </p14:cNvPr>
                <p14:cNvContentPartPr/>
                <p14:nvPr/>
              </p14:nvContentPartPr>
              <p14:xfrm>
                <a:off x="1551037" y="4628880"/>
                <a:ext cx="137160" cy="179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04EB97-D27E-924E-4FC1-FE443B5F57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42397" y="4620240"/>
                  <a:ext cx="154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B09145B-7D61-2CA0-AB5C-0D0207909C37}"/>
                    </a:ext>
                  </a:extLst>
                </p14:cNvPr>
                <p14:cNvContentPartPr/>
                <p14:nvPr/>
              </p14:nvContentPartPr>
              <p14:xfrm>
                <a:off x="1706197" y="4597920"/>
                <a:ext cx="129600" cy="226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B09145B-7D61-2CA0-AB5C-0D0207909C3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97557" y="4588920"/>
                  <a:ext cx="147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16D64E-44A3-CED6-4A65-FEC557290740}"/>
                    </a:ext>
                  </a:extLst>
                </p14:cNvPr>
                <p14:cNvContentPartPr/>
                <p14:nvPr/>
              </p14:nvContentPartPr>
              <p14:xfrm>
                <a:off x="1835077" y="4591440"/>
                <a:ext cx="25560" cy="141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16D64E-44A3-CED6-4A65-FEC5572907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26437" y="4582440"/>
                  <a:ext cx="43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F54869E-6989-59F3-5D3B-6EBA9C6A4248}"/>
                    </a:ext>
                  </a:extLst>
                </p14:cNvPr>
                <p14:cNvContentPartPr/>
                <p14:nvPr/>
              </p14:nvContentPartPr>
              <p14:xfrm>
                <a:off x="1989517" y="4578120"/>
                <a:ext cx="360" cy="312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F54869E-6989-59F3-5D3B-6EBA9C6A42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80877" y="4569480"/>
                  <a:ext cx="18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28CC4C-4255-1C95-B963-E3CF5A6978FD}"/>
                    </a:ext>
                  </a:extLst>
                </p14:cNvPr>
                <p14:cNvContentPartPr/>
                <p14:nvPr/>
              </p14:nvContentPartPr>
              <p14:xfrm>
                <a:off x="1558237" y="5061240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28CC4C-4255-1C95-B963-E3CF5A6978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49237" y="5052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31188A-9509-411C-289D-F95B59F80B09}"/>
                    </a:ext>
                  </a:extLst>
                </p14:cNvPr>
                <p14:cNvContentPartPr/>
                <p14:nvPr/>
              </p14:nvContentPartPr>
              <p14:xfrm>
                <a:off x="1519357" y="4672080"/>
                <a:ext cx="207000" cy="55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31188A-9509-411C-289D-F95B59F80B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10717" y="4663080"/>
                  <a:ext cx="2246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ABE107-88B2-F1DE-A432-36A4166A9D39}"/>
                    </a:ext>
                  </a:extLst>
                </p14:cNvPr>
                <p14:cNvContentPartPr/>
                <p14:nvPr/>
              </p14:nvContentPartPr>
              <p14:xfrm>
                <a:off x="1757677" y="4887360"/>
                <a:ext cx="85320" cy="34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ABE107-88B2-F1DE-A432-36A4166A9D3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49037" y="4878720"/>
                  <a:ext cx="1029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F3011D-DB07-D92D-65CD-580D1843AC1A}"/>
                    </a:ext>
                  </a:extLst>
                </p14:cNvPr>
                <p14:cNvContentPartPr/>
                <p14:nvPr/>
              </p14:nvContentPartPr>
              <p14:xfrm>
                <a:off x="1809157" y="4880880"/>
                <a:ext cx="91080" cy="243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F3011D-DB07-D92D-65CD-580D1843AC1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00517" y="4871880"/>
                  <a:ext cx="108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B04F623-CCDE-868C-85D1-43AEAA3C6802}"/>
                    </a:ext>
                  </a:extLst>
                </p14:cNvPr>
                <p14:cNvContentPartPr/>
                <p14:nvPr/>
              </p14:nvContentPartPr>
              <p14:xfrm>
                <a:off x="1809157" y="4874400"/>
                <a:ext cx="153000" cy="163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B04F623-CCDE-868C-85D1-43AEAA3C68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00517" y="4865760"/>
                  <a:ext cx="170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0F32468-B940-A21B-31DD-4D908E4A04B5}"/>
                    </a:ext>
                  </a:extLst>
                </p14:cNvPr>
                <p14:cNvContentPartPr/>
                <p14:nvPr/>
              </p14:nvContentPartPr>
              <p14:xfrm>
                <a:off x="1518637" y="5234400"/>
                <a:ext cx="169200" cy="174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0F32468-B940-A21B-31DD-4D908E4A04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09637" y="5225760"/>
                  <a:ext cx="186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74F8BCB-022F-745A-6333-64DBBA143180}"/>
                    </a:ext>
                  </a:extLst>
                </p14:cNvPr>
                <p14:cNvContentPartPr/>
                <p14:nvPr/>
              </p14:nvContentPartPr>
              <p14:xfrm>
                <a:off x="1745077" y="5271480"/>
                <a:ext cx="91080" cy="175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74F8BCB-022F-745A-6333-64DBBA14318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36077" y="5262840"/>
                  <a:ext cx="108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FAA85E-C415-E472-2183-0445806C20A4}"/>
                    </a:ext>
                  </a:extLst>
                </p14:cNvPr>
                <p14:cNvContentPartPr/>
                <p14:nvPr/>
              </p14:nvContentPartPr>
              <p14:xfrm>
                <a:off x="1880077" y="5248080"/>
                <a:ext cx="32040" cy="129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FAA85E-C415-E472-2183-0445806C20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71437" y="5239080"/>
                  <a:ext cx="49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2D7630-F472-8A29-B2E0-A587A52DCF7B}"/>
                    </a:ext>
                  </a:extLst>
                </p14:cNvPr>
                <p14:cNvContentPartPr/>
                <p14:nvPr/>
              </p14:nvContentPartPr>
              <p14:xfrm>
                <a:off x="1938037" y="5260680"/>
                <a:ext cx="58680" cy="212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2D7630-F472-8A29-B2E0-A587A52DCF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29397" y="5252040"/>
                  <a:ext cx="7632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A036809-047E-D0B5-DB54-CEBDBA370863}"/>
                  </a:ext>
                </a:extLst>
              </p14:cNvPr>
              <p14:cNvContentPartPr/>
              <p14:nvPr/>
            </p14:nvContentPartPr>
            <p14:xfrm>
              <a:off x="1609717" y="6124680"/>
              <a:ext cx="187560" cy="387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A036809-047E-D0B5-DB54-CEBDBA37086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600717" y="6116040"/>
                <a:ext cx="20520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7C9D1F7-CBB5-B631-D6FF-05FDECCEF8B2}"/>
                  </a:ext>
                </a:extLst>
              </p14:cNvPr>
              <p14:cNvContentPartPr/>
              <p14:nvPr/>
            </p14:nvContentPartPr>
            <p14:xfrm>
              <a:off x="1873597" y="6181560"/>
              <a:ext cx="212400" cy="2588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7C9D1F7-CBB5-B631-D6FF-05FDECCEF8B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864597" y="6172920"/>
                <a:ext cx="2300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FAAAA15-53D4-3BEC-8F82-2BF5A4E91606}"/>
                  </a:ext>
                </a:extLst>
              </p14:cNvPr>
              <p14:cNvContentPartPr/>
              <p14:nvPr/>
            </p14:nvContentPartPr>
            <p14:xfrm>
              <a:off x="1912117" y="6194520"/>
              <a:ext cx="290160" cy="6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FAAAA15-53D4-3BEC-8F82-2BF5A4E9160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03477" y="6185520"/>
                <a:ext cx="3078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D36B156-86EA-0337-85DE-71C0379FA06B}"/>
                  </a:ext>
                </a:extLst>
              </p14:cNvPr>
              <p14:cNvContentPartPr/>
              <p14:nvPr/>
            </p14:nvContentPartPr>
            <p14:xfrm>
              <a:off x="1530517" y="5504760"/>
              <a:ext cx="153000" cy="311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D36B156-86EA-0337-85DE-71C0379FA06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21877" y="5496120"/>
                <a:ext cx="17064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42EF3F0-4800-4A25-D239-F701C59AD6ED}"/>
                  </a:ext>
                </a:extLst>
              </p14:cNvPr>
              <p14:cNvContentPartPr/>
              <p14:nvPr/>
            </p14:nvContentPartPr>
            <p14:xfrm>
              <a:off x="1687117" y="5550120"/>
              <a:ext cx="116640" cy="1242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42EF3F0-4800-4A25-D239-F701C59AD6E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78117" y="5541120"/>
                <a:ext cx="1342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6">
            <p14:nvContentPartPr>
              <p14:cNvPr id="4096" name="Ink 4095">
                <a:extLst>
                  <a:ext uri="{FF2B5EF4-FFF2-40B4-BE49-F238E27FC236}">
                    <a16:creationId xmlns:a16="http://schemas.microsoft.com/office/drawing/2014/main" id="{28B7F02B-9935-4D4F-6D37-8C3AA85A8E82}"/>
                  </a:ext>
                </a:extLst>
              </p14:cNvPr>
              <p14:cNvContentPartPr/>
              <p14:nvPr/>
            </p14:nvContentPartPr>
            <p14:xfrm>
              <a:off x="1938037" y="5486040"/>
              <a:ext cx="6840" cy="219600"/>
            </p14:xfrm>
          </p:contentPart>
        </mc:Choice>
        <mc:Fallback>
          <p:pic>
            <p:nvPicPr>
              <p:cNvPr id="4096" name="Ink 4095">
                <a:extLst>
                  <a:ext uri="{FF2B5EF4-FFF2-40B4-BE49-F238E27FC236}">
                    <a16:creationId xmlns:a16="http://schemas.microsoft.com/office/drawing/2014/main" id="{28B7F02B-9935-4D4F-6D37-8C3AA85A8E8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29397" y="5477400"/>
                <a:ext cx="244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8">
            <p14:nvContentPartPr>
              <p14:cNvPr id="4097" name="Ink 4096">
                <a:extLst>
                  <a:ext uri="{FF2B5EF4-FFF2-40B4-BE49-F238E27FC236}">
                    <a16:creationId xmlns:a16="http://schemas.microsoft.com/office/drawing/2014/main" id="{4ACDC899-37D9-CF89-4534-01F188291707}"/>
                  </a:ext>
                </a:extLst>
              </p14:cNvPr>
              <p14:cNvContentPartPr/>
              <p14:nvPr/>
            </p14:nvContentPartPr>
            <p14:xfrm>
              <a:off x="2062597" y="5537520"/>
              <a:ext cx="17640" cy="249480"/>
            </p14:xfrm>
          </p:contentPart>
        </mc:Choice>
        <mc:Fallback>
          <p:pic>
            <p:nvPicPr>
              <p:cNvPr id="4097" name="Ink 4096">
                <a:extLst>
                  <a:ext uri="{FF2B5EF4-FFF2-40B4-BE49-F238E27FC236}">
                    <a16:creationId xmlns:a16="http://schemas.microsoft.com/office/drawing/2014/main" id="{4ACDC899-37D9-CF89-4534-01F18829170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053597" y="5528880"/>
                <a:ext cx="352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0">
            <p14:nvContentPartPr>
              <p14:cNvPr id="4106" name="Ink 4105">
                <a:extLst>
                  <a:ext uri="{FF2B5EF4-FFF2-40B4-BE49-F238E27FC236}">
                    <a16:creationId xmlns:a16="http://schemas.microsoft.com/office/drawing/2014/main" id="{6728F5EA-6734-A132-1FEC-4486B14F3E11}"/>
                  </a:ext>
                </a:extLst>
              </p14:cNvPr>
              <p14:cNvContentPartPr/>
              <p14:nvPr/>
            </p14:nvContentPartPr>
            <p14:xfrm>
              <a:off x="1569757" y="5839560"/>
              <a:ext cx="154080" cy="308520"/>
            </p14:xfrm>
          </p:contentPart>
        </mc:Choice>
        <mc:Fallback>
          <p:pic>
            <p:nvPicPr>
              <p:cNvPr id="4106" name="Ink 4105">
                <a:extLst>
                  <a:ext uri="{FF2B5EF4-FFF2-40B4-BE49-F238E27FC236}">
                    <a16:creationId xmlns:a16="http://schemas.microsoft.com/office/drawing/2014/main" id="{6728F5EA-6734-A132-1FEC-4486B14F3E1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61117" y="5830560"/>
                <a:ext cx="17172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2">
            <p14:nvContentPartPr>
              <p14:cNvPr id="4107" name="Ink 4106">
                <a:extLst>
                  <a:ext uri="{FF2B5EF4-FFF2-40B4-BE49-F238E27FC236}">
                    <a16:creationId xmlns:a16="http://schemas.microsoft.com/office/drawing/2014/main" id="{826B62DD-407B-5527-D3CF-F6527E19F3F4}"/>
                  </a:ext>
                </a:extLst>
              </p14:cNvPr>
              <p14:cNvContentPartPr/>
              <p14:nvPr/>
            </p14:nvContentPartPr>
            <p14:xfrm>
              <a:off x="1751197" y="5810400"/>
              <a:ext cx="28440" cy="117720"/>
            </p14:xfrm>
          </p:contentPart>
        </mc:Choice>
        <mc:Fallback>
          <p:pic>
            <p:nvPicPr>
              <p:cNvPr id="4107" name="Ink 4106">
                <a:extLst>
                  <a:ext uri="{FF2B5EF4-FFF2-40B4-BE49-F238E27FC236}">
                    <a16:creationId xmlns:a16="http://schemas.microsoft.com/office/drawing/2014/main" id="{826B62DD-407B-5527-D3CF-F6527E19F3F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742557" y="5801400"/>
                <a:ext cx="46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4">
            <p14:nvContentPartPr>
              <p14:cNvPr id="4115" name="Ink 4114">
                <a:extLst>
                  <a:ext uri="{FF2B5EF4-FFF2-40B4-BE49-F238E27FC236}">
                    <a16:creationId xmlns:a16="http://schemas.microsoft.com/office/drawing/2014/main" id="{B2C3A027-3909-E894-48C4-40A02F115275}"/>
                  </a:ext>
                </a:extLst>
              </p14:cNvPr>
              <p14:cNvContentPartPr/>
              <p14:nvPr/>
            </p14:nvContentPartPr>
            <p14:xfrm>
              <a:off x="1835077" y="5782680"/>
              <a:ext cx="16200" cy="299880"/>
            </p14:xfrm>
          </p:contentPart>
        </mc:Choice>
        <mc:Fallback>
          <p:pic>
            <p:nvPicPr>
              <p:cNvPr id="4115" name="Ink 4114">
                <a:extLst>
                  <a:ext uri="{FF2B5EF4-FFF2-40B4-BE49-F238E27FC236}">
                    <a16:creationId xmlns:a16="http://schemas.microsoft.com/office/drawing/2014/main" id="{B2C3A027-3909-E894-48C4-40A02F11527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26437" y="5773680"/>
                <a:ext cx="338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6">
            <p14:nvContentPartPr>
              <p14:cNvPr id="4123" name="Ink 4122">
                <a:extLst>
                  <a:ext uri="{FF2B5EF4-FFF2-40B4-BE49-F238E27FC236}">
                    <a16:creationId xmlns:a16="http://schemas.microsoft.com/office/drawing/2014/main" id="{A79EF432-62E3-6C84-C96D-585172343384}"/>
                  </a:ext>
                </a:extLst>
              </p14:cNvPr>
              <p14:cNvContentPartPr/>
              <p14:nvPr/>
            </p14:nvContentPartPr>
            <p14:xfrm>
              <a:off x="1933717" y="5756760"/>
              <a:ext cx="18000" cy="320760"/>
            </p14:xfrm>
          </p:contentPart>
        </mc:Choice>
        <mc:Fallback>
          <p:pic>
            <p:nvPicPr>
              <p:cNvPr id="4123" name="Ink 4122">
                <a:extLst>
                  <a:ext uri="{FF2B5EF4-FFF2-40B4-BE49-F238E27FC236}">
                    <a16:creationId xmlns:a16="http://schemas.microsoft.com/office/drawing/2014/main" id="{A79EF432-62E3-6C84-C96D-58517234338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924717" y="5747760"/>
                <a:ext cx="35640" cy="33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521357-A063-7D75-ECF4-5B6D6058C3FB}"/>
                  </a:ext>
                </a:extLst>
              </p14:cNvPr>
              <p14:cNvContentPartPr/>
              <p14:nvPr/>
            </p14:nvContentPartPr>
            <p14:xfrm>
              <a:off x="4690957" y="1068024"/>
              <a:ext cx="410400" cy="62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521357-A063-7D75-ECF4-5B6D6058C3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81957" y="1059024"/>
                <a:ext cx="428040" cy="6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9C222F-7F63-09B1-B90B-D135B2F05327}"/>
                  </a:ext>
                </a:extLst>
              </p14:cNvPr>
              <p14:cNvContentPartPr/>
              <p14:nvPr/>
            </p14:nvContentPartPr>
            <p14:xfrm>
              <a:off x="5262637" y="972264"/>
              <a:ext cx="300240" cy="504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9C222F-7F63-09B1-B90B-D135B2F053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3997" y="963624"/>
                <a:ext cx="31788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3B5862-A5D6-B223-E1E1-F584317D5FEF}"/>
                  </a:ext>
                </a:extLst>
              </p14:cNvPr>
              <p14:cNvContentPartPr/>
              <p14:nvPr/>
            </p14:nvContentPartPr>
            <p14:xfrm>
              <a:off x="5286757" y="900624"/>
              <a:ext cx="489240" cy="20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3B5862-A5D6-B223-E1E1-F584317D5F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7757" y="891984"/>
                <a:ext cx="5068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2AED350-7E05-B4A3-19A5-3A2E81D61DBA}"/>
                  </a:ext>
                </a:extLst>
              </p14:cNvPr>
              <p14:cNvContentPartPr/>
              <p14:nvPr/>
            </p14:nvContentPartPr>
            <p14:xfrm>
              <a:off x="5927917" y="1348824"/>
              <a:ext cx="181440" cy="419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2AED350-7E05-B4A3-19A5-3A2E81D61D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19277" y="1339824"/>
                <a:ext cx="19908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DE7828-031B-E574-60C9-EA5944793A29}"/>
                  </a:ext>
                </a:extLst>
              </p14:cNvPr>
              <p14:cNvContentPartPr/>
              <p14:nvPr/>
            </p14:nvContentPartPr>
            <p14:xfrm>
              <a:off x="5741437" y="2042904"/>
              <a:ext cx="358200" cy="37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DE7828-031B-E574-60C9-EA5944793A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32797" y="2034264"/>
                <a:ext cx="3758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2CE54ED-A169-0BC6-6990-A11E165E05CC}"/>
                  </a:ext>
                </a:extLst>
              </p14:cNvPr>
              <p14:cNvContentPartPr/>
              <p14:nvPr/>
            </p14:nvContentPartPr>
            <p14:xfrm>
              <a:off x="6383677" y="1852464"/>
              <a:ext cx="7920" cy="414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2CE54ED-A169-0BC6-6990-A11E165E05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74677" y="1843824"/>
                <a:ext cx="25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2AAB97E-D645-313C-49AD-2F99D5797383}"/>
                  </a:ext>
                </a:extLst>
              </p14:cNvPr>
              <p14:cNvContentPartPr/>
              <p14:nvPr/>
            </p14:nvContentPartPr>
            <p14:xfrm>
              <a:off x="5874997" y="2611704"/>
              <a:ext cx="124200" cy="104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2AAB97E-D645-313C-49AD-2F99D579738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66357" y="2603064"/>
                <a:ext cx="14184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02EAE144-55E2-1B0E-D52A-3A6C5C58FA8F}"/>
              </a:ext>
            </a:extLst>
          </p:cNvPr>
          <p:cNvGrpSpPr/>
          <p:nvPr/>
        </p:nvGrpSpPr>
        <p:grpSpPr>
          <a:xfrm>
            <a:off x="5496277" y="2932464"/>
            <a:ext cx="570960" cy="510840"/>
            <a:chOff x="5496277" y="2932464"/>
            <a:chExt cx="570960" cy="510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8A8B29-8F8C-542B-8E12-7190CACAA96B}"/>
                    </a:ext>
                  </a:extLst>
                </p14:cNvPr>
                <p14:cNvContentPartPr/>
                <p14:nvPr/>
              </p14:nvContentPartPr>
              <p14:xfrm>
                <a:off x="5496277" y="3042624"/>
                <a:ext cx="158760" cy="400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8A8B29-8F8C-542B-8E12-7190CACAA9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87637" y="3033624"/>
                  <a:ext cx="1764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F6E801-94AC-E8DC-7637-1A8EF497F264}"/>
                    </a:ext>
                  </a:extLst>
                </p14:cNvPr>
                <p14:cNvContentPartPr/>
                <p14:nvPr/>
              </p14:nvContentPartPr>
              <p14:xfrm>
                <a:off x="5819917" y="2932464"/>
                <a:ext cx="247320" cy="29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F6E801-94AC-E8DC-7637-1A8EF497F2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10917" y="2923824"/>
                  <a:ext cx="26496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106E192-79D5-7707-4D17-77C7EDB093C3}"/>
              </a:ext>
            </a:extLst>
          </p:cNvPr>
          <p:cNvGrpSpPr/>
          <p:nvPr/>
        </p:nvGrpSpPr>
        <p:grpSpPr>
          <a:xfrm>
            <a:off x="2399197" y="1957224"/>
            <a:ext cx="2510280" cy="2614320"/>
            <a:chOff x="2399197" y="1957224"/>
            <a:chExt cx="2510280" cy="2614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F6C1A6E-9D3A-9072-C980-4AF22B6A3347}"/>
                    </a:ext>
                  </a:extLst>
                </p14:cNvPr>
                <p14:cNvContentPartPr/>
                <p14:nvPr/>
              </p14:nvContentPartPr>
              <p14:xfrm>
                <a:off x="4169677" y="1957224"/>
                <a:ext cx="338040" cy="196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F6C1A6E-9D3A-9072-C980-4AF22B6A33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61037" y="1948584"/>
                  <a:ext cx="355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6CFF6A6-D381-8C9F-782F-F718D9A649A9}"/>
                    </a:ext>
                  </a:extLst>
                </p14:cNvPr>
                <p14:cNvContentPartPr/>
                <p14:nvPr/>
              </p14:nvContentPartPr>
              <p14:xfrm>
                <a:off x="3375157" y="2100504"/>
                <a:ext cx="496080" cy="562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6CFF6A6-D381-8C9F-782F-F718D9A649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66157" y="2091864"/>
                  <a:ext cx="5137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A1D420-75B7-0949-D68E-19557CC8A98E}"/>
                    </a:ext>
                  </a:extLst>
                </p14:cNvPr>
                <p14:cNvContentPartPr/>
                <p14:nvPr/>
              </p14:nvContentPartPr>
              <p14:xfrm>
                <a:off x="3908317" y="2253504"/>
                <a:ext cx="213120" cy="325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A1D420-75B7-0949-D68E-19557CC8A9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99677" y="2244864"/>
                  <a:ext cx="2307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FF3730-D5A3-816C-7BA5-82B2E3E31F02}"/>
                    </a:ext>
                  </a:extLst>
                </p14:cNvPr>
                <p14:cNvContentPartPr/>
                <p14:nvPr/>
              </p14:nvContentPartPr>
              <p14:xfrm>
                <a:off x="3179317" y="2743824"/>
                <a:ext cx="198360" cy="146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FF3730-D5A3-816C-7BA5-82B2E3E31F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70677" y="2734824"/>
                  <a:ext cx="216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FCCABB-4679-6045-97D7-49D090914F8F}"/>
                    </a:ext>
                  </a:extLst>
                </p14:cNvPr>
                <p14:cNvContentPartPr/>
                <p14:nvPr/>
              </p14:nvContentPartPr>
              <p14:xfrm>
                <a:off x="2732917" y="2873424"/>
                <a:ext cx="186480" cy="63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FCCABB-4679-6045-97D7-49D090914F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3917" y="2864424"/>
                  <a:ext cx="20412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18363D-EEBA-6A0B-F127-FCDC19780063}"/>
                    </a:ext>
                  </a:extLst>
                </p14:cNvPr>
                <p14:cNvContentPartPr/>
                <p14:nvPr/>
              </p14:nvContentPartPr>
              <p14:xfrm>
                <a:off x="3099757" y="2949384"/>
                <a:ext cx="129600" cy="64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18363D-EEBA-6A0B-F127-FCDC1978006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90757" y="2940744"/>
                  <a:ext cx="14724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BA71A8D-32D9-7087-9A06-389DC5BFAB12}"/>
                    </a:ext>
                  </a:extLst>
                </p14:cNvPr>
                <p14:cNvContentPartPr/>
                <p14:nvPr/>
              </p14:nvContentPartPr>
              <p14:xfrm>
                <a:off x="4220077" y="2582904"/>
                <a:ext cx="102240" cy="221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BA71A8D-32D9-7087-9A06-389DC5BFAB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11077" y="2574264"/>
                  <a:ext cx="119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39BF1C-D4F4-1F45-A2AF-7EB2C18EAFE3}"/>
                    </a:ext>
                  </a:extLst>
                </p14:cNvPr>
                <p14:cNvContentPartPr/>
                <p14:nvPr/>
              </p14:nvContentPartPr>
              <p14:xfrm>
                <a:off x="4194517" y="2954424"/>
                <a:ext cx="123840" cy="235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39BF1C-D4F4-1F45-A2AF-7EB2C18EAF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85517" y="2945784"/>
                  <a:ext cx="141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C8E516-FB63-B849-720B-E3B59C49D709}"/>
                    </a:ext>
                  </a:extLst>
                </p14:cNvPr>
                <p14:cNvContentPartPr/>
                <p14:nvPr/>
              </p14:nvContentPartPr>
              <p14:xfrm>
                <a:off x="4256437" y="2885304"/>
                <a:ext cx="133920" cy="4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C8E516-FB63-B849-720B-E3B59C49D7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7437" y="2876664"/>
                  <a:ext cx="151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7768B6-032A-CBB0-E7A0-5E57AEC4F488}"/>
                    </a:ext>
                  </a:extLst>
                </p14:cNvPr>
                <p14:cNvContentPartPr/>
                <p14:nvPr/>
              </p14:nvContentPartPr>
              <p14:xfrm>
                <a:off x="4474597" y="2738784"/>
                <a:ext cx="374760" cy="612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7768B6-032A-CBB0-E7A0-5E57AEC4F4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65957" y="2730144"/>
                  <a:ext cx="39240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AD50F0-2575-9ECE-AF3A-AFB3396F1D33}"/>
                    </a:ext>
                  </a:extLst>
                </p14:cNvPr>
                <p14:cNvContentPartPr/>
                <p14:nvPr/>
              </p14:nvContentPartPr>
              <p14:xfrm>
                <a:off x="2840197" y="3680904"/>
                <a:ext cx="61920" cy="138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AD50F0-2575-9ECE-AF3A-AFB3396F1D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31197" y="3671904"/>
                  <a:ext cx="79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32454C-2099-4351-7D7C-AAF136AF4BCD}"/>
                    </a:ext>
                  </a:extLst>
                </p14:cNvPr>
                <p14:cNvContentPartPr/>
                <p14:nvPr/>
              </p14:nvContentPartPr>
              <p14:xfrm>
                <a:off x="2399197" y="3926784"/>
                <a:ext cx="47520" cy="589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32454C-2099-4351-7D7C-AAF136AF4B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90197" y="3918144"/>
                  <a:ext cx="6516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F7B60C-1365-E811-9876-86EB9E700E22}"/>
                    </a:ext>
                  </a:extLst>
                </p14:cNvPr>
                <p14:cNvContentPartPr/>
                <p14:nvPr/>
              </p14:nvContentPartPr>
              <p14:xfrm>
                <a:off x="2610517" y="3940464"/>
                <a:ext cx="225360" cy="427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F7B60C-1365-E811-9876-86EB9E700E2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1877" y="3931464"/>
                  <a:ext cx="2430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2576BA-7ED5-9DDB-2BDB-B910FBA69885}"/>
                    </a:ext>
                  </a:extLst>
                </p14:cNvPr>
                <p14:cNvContentPartPr/>
                <p14:nvPr/>
              </p14:nvContentPartPr>
              <p14:xfrm>
                <a:off x="3304237" y="3394344"/>
                <a:ext cx="83520" cy="235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2576BA-7ED5-9DDB-2BDB-B910FBA698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95237" y="3385344"/>
                  <a:ext cx="1011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C3729E-F911-5013-EDD0-A9C82F6BD60B}"/>
                    </a:ext>
                  </a:extLst>
                </p14:cNvPr>
                <p14:cNvContentPartPr/>
                <p14:nvPr/>
              </p14:nvContentPartPr>
              <p14:xfrm>
                <a:off x="3088597" y="3942264"/>
                <a:ext cx="510120" cy="629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C3729E-F911-5013-EDD0-A9C82F6BD6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79597" y="3933624"/>
                  <a:ext cx="52776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60D667-311A-C0CA-1FD5-6F2A49F0BE28}"/>
                    </a:ext>
                  </a:extLst>
                </p14:cNvPr>
                <p14:cNvContentPartPr/>
                <p14:nvPr/>
              </p14:nvContentPartPr>
              <p14:xfrm>
                <a:off x="3663877" y="4106064"/>
                <a:ext cx="186480" cy="340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60D667-311A-C0CA-1FD5-6F2A49F0BE2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55237" y="4097064"/>
                  <a:ext cx="2041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F25BFEF-111D-88C0-B50C-00C6E6AABFA8}"/>
                    </a:ext>
                  </a:extLst>
                </p14:cNvPr>
                <p14:cNvContentPartPr/>
                <p14:nvPr/>
              </p14:nvContentPartPr>
              <p14:xfrm>
                <a:off x="3572797" y="3816264"/>
                <a:ext cx="195480" cy="232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F25BFEF-111D-88C0-B50C-00C6E6AABFA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63797" y="3807624"/>
                  <a:ext cx="213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C98B15-A1F6-6963-A039-FA0C7ACA3931}"/>
                    </a:ext>
                  </a:extLst>
                </p14:cNvPr>
                <p14:cNvContentPartPr/>
                <p14:nvPr/>
              </p14:nvContentPartPr>
              <p14:xfrm>
                <a:off x="4695997" y="3460584"/>
                <a:ext cx="159480" cy="312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C98B15-A1F6-6963-A039-FA0C7ACA393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86997" y="3451944"/>
                  <a:ext cx="1771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DECBA6A-F0B7-1B8C-ABDA-B980B704DE9E}"/>
                    </a:ext>
                  </a:extLst>
                </p14:cNvPr>
                <p14:cNvContentPartPr/>
                <p14:nvPr/>
              </p14:nvContentPartPr>
              <p14:xfrm>
                <a:off x="4649917" y="3954144"/>
                <a:ext cx="259560" cy="444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DECBA6A-F0B7-1B8C-ABDA-B980B704DE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40917" y="3945504"/>
                  <a:ext cx="27720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78FF139-A680-99FD-7A18-30F033644E7D}"/>
                    </a:ext>
                  </a:extLst>
                </p14:cNvPr>
                <p14:cNvContentPartPr/>
                <p14:nvPr/>
              </p14:nvContentPartPr>
              <p14:xfrm>
                <a:off x="4111357" y="3135144"/>
                <a:ext cx="211320" cy="276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78FF139-A680-99FD-7A18-30F033644E7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02717" y="3126504"/>
                  <a:ext cx="22896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24A3BA2-D367-B9EF-2965-327E3A168397}"/>
                  </a:ext>
                </a:extLst>
              </p14:cNvPr>
              <p14:cNvContentPartPr/>
              <p14:nvPr/>
            </p14:nvContentPartPr>
            <p14:xfrm>
              <a:off x="6136357" y="3452202"/>
              <a:ext cx="151560" cy="114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24A3BA2-D367-B9EF-2965-327E3A16839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27357" y="3443562"/>
                <a:ext cx="16920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51DDB6E-DD8C-96D0-33BB-2F627F79BC26}"/>
              </a:ext>
            </a:extLst>
          </p:cNvPr>
          <p:cNvGrpSpPr/>
          <p:nvPr/>
        </p:nvGrpSpPr>
        <p:grpSpPr>
          <a:xfrm>
            <a:off x="6633517" y="3462642"/>
            <a:ext cx="776160" cy="813960"/>
            <a:chOff x="6633517" y="3462642"/>
            <a:chExt cx="776160" cy="813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D2DD5CE-2ECC-AEF1-FB99-1BC21DFD8B05}"/>
                    </a:ext>
                  </a:extLst>
                </p14:cNvPr>
                <p14:cNvContentPartPr/>
                <p14:nvPr/>
              </p14:nvContentPartPr>
              <p14:xfrm>
                <a:off x="6633517" y="3462642"/>
                <a:ext cx="198000" cy="771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D2DD5CE-2ECC-AEF1-FB99-1BC21DFD8B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24517" y="3453642"/>
                  <a:ext cx="21564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DCF856-D95B-B95D-18B2-D815CDB7BE99}"/>
                    </a:ext>
                  </a:extLst>
                </p14:cNvPr>
                <p14:cNvContentPartPr/>
                <p14:nvPr/>
              </p14:nvContentPartPr>
              <p14:xfrm>
                <a:off x="6981277" y="3632562"/>
                <a:ext cx="300240" cy="64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DCF856-D95B-B95D-18B2-D815CDB7BE9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72277" y="3623922"/>
                  <a:ext cx="31788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38AA68-80AB-D377-BA2B-62A4C48562D5}"/>
                    </a:ext>
                  </a:extLst>
                </p14:cNvPr>
                <p14:cNvContentPartPr/>
                <p14:nvPr/>
              </p14:nvContentPartPr>
              <p14:xfrm>
                <a:off x="7096837" y="3592962"/>
                <a:ext cx="312840" cy="1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38AA68-80AB-D377-BA2B-62A4C48562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87837" y="3584322"/>
                  <a:ext cx="33048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3411CDD-ED1B-8DFE-5317-0836A6AFC34F}"/>
                  </a:ext>
                </a:extLst>
              </p14:cNvPr>
              <p14:cNvContentPartPr/>
              <p14:nvPr/>
            </p14:nvContentPartPr>
            <p14:xfrm>
              <a:off x="5911357" y="3188322"/>
              <a:ext cx="174240" cy="95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3411CDD-ED1B-8DFE-5317-0836A6AFC34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902357" y="3179682"/>
                <a:ext cx="191880" cy="11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454</Words>
  <Application>Microsoft Office PowerPoint</Application>
  <PresentationFormat>On-screen Show (4:3)</PresentationFormat>
  <Paragraphs>121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Lee, Makayla</cp:lastModifiedBy>
  <cp:revision>23</cp:revision>
  <cp:lastPrinted>2016-04-12T17:35:20Z</cp:lastPrinted>
  <dcterms:created xsi:type="dcterms:W3CDTF">2006-11-01T05:42:40Z</dcterms:created>
  <dcterms:modified xsi:type="dcterms:W3CDTF">2026-04-14T20:36:17Z</dcterms:modified>
</cp:coreProperties>
</file>